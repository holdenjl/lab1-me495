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Lst>
  <p:sldSz cy="29260800" cx="36576000"/>
  <p:notesSz cx="6858000" cy="9144000"/>
  <p:embeddedFontLst>
    <p:embeddedFont>
      <p:font typeface="Rajdhani SemiBold"/>
      <p:regular r:id="rId8"/>
      <p:bold r:id="rId9"/>
    </p:embeddedFont>
    <p:embeddedFont>
      <p:font typeface="Rajdhani"/>
      <p:regular r:id="rId10"/>
      <p:bold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igBzwnPRg3Lgo0cWnMHW/NdBKL0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Luisa Tambellini"/>
  <p:cmAuthor clrIdx="1" id="1" initials="" lastIdx="1" name="Michael Mancus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Rajdhani-bold.fntdata"/><Relationship Id="rId10" Type="http://schemas.openxmlformats.org/officeDocument/2006/relationships/font" Target="fonts/Rajdhani-regular.fntdata"/><Relationship Id="rId12"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font" Target="fonts/Rajdhani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RajdhaniSemiBold-regular.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1T16:55:13.870">
    <p:pos x="8299" y="1899"/>
    <p:text>Maybe we don't need all the graphs on the poster, we can maybe add some to the handout</p:text>
    <p:extLst>
      <p:ext uri="{C676402C-5697-4E1C-873F-D02D1690AC5C}">
        <p15:threadingInfo timeZoneBias="0"/>
      </p:ext>
      <p:ext uri="http://customooxmlschemas.google.com/">
        <go:slidesCustomData xmlns:go="http://customooxmlschemas.google.com/" commentPostId="AAACAqkpSAI"/>
      </p:ext>
    </p:extLst>
  </p:cm>
  <p:cm authorId="1" idx="1" dt="2026-09-21T16:55:13.870">
    <p:pos x="8299" y="1899"/>
    <p:text>Yeah! I don't think we need these graphs to be readable but I think it's important we mention in the poster that we *did* all this analysis, we can leave them small and unreadable and then key out to the handout for the technical audience to read? Thoughts on this?</p:text>
    <p:extLst>
      <p:ext uri="{C676402C-5697-4E1C-873F-D02D1690AC5C}">
        <p15:threadingInfo timeZoneBias="0">
          <p15:parentCm authorId="0" idx="1"/>
        </p15:threadingInfo>
      </p:ext>
      <p:ext uri="http://customooxmlschemas.google.com/">
        <go:slidesCustomData xmlns:go="http://customooxmlschemas.google.com/" commentPostId="AAACAqkpSA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383100c38e5b4b0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h383100c38e5b4b0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2743200" y="4788749"/>
            <a:ext cx="31089600" cy="101871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24000"/>
              <a:buFont typeface="Calibri"/>
              <a:buNone/>
              <a:defRPr sz="2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subTitle"/>
          </p:nvPr>
        </p:nvSpPr>
        <p:spPr>
          <a:xfrm>
            <a:off x="4572000" y="15368695"/>
            <a:ext cx="27432000" cy="7064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4000"/>
              </a:spcBef>
              <a:spcAft>
                <a:spcPts val="0"/>
              </a:spcAft>
              <a:buClr>
                <a:schemeClr val="dk1"/>
              </a:buClr>
              <a:buSzPts val="9600"/>
              <a:buNone/>
              <a:defRPr sz="9600"/>
            </a:lvl1pPr>
            <a:lvl2pPr lvl="1" algn="ctr">
              <a:lnSpc>
                <a:spcPct val="90000"/>
              </a:lnSpc>
              <a:spcBef>
                <a:spcPts val="2000"/>
              </a:spcBef>
              <a:spcAft>
                <a:spcPts val="0"/>
              </a:spcAft>
              <a:buClr>
                <a:schemeClr val="dk1"/>
              </a:buClr>
              <a:buSzPts val="8000"/>
              <a:buNone/>
              <a:defRPr sz="8000"/>
            </a:lvl2pPr>
            <a:lvl3pPr lvl="2" algn="ctr">
              <a:lnSpc>
                <a:spcPct val="90000"/>
              </a:lnSpc>
              <a:spcBef>
                <a:spcPts val="2000"/>
              </a:spcBef>
              <a:spcAft>
                <a:spcPts val="0"/>
              </a:spcAft>
              <a:buClr>
                <a:schemeClr val="dk1"/>
              </a:buClr>
              <a:buSzPts val="7200"/>
              <a:buNone/>
              <a:defRPr sz="7200"/>
            </a:lvl3pPr>
            <a:lvl4pPr lvl="3" algn="ctr">
              <a:lnSpc>
                <a:spcPct val="90000"/>
              </a:lnSpc>
              <a:spcBef>
                <a:spcPts val="2000"/>
              </a:spcBef>
              <a:spcAft>
                <a:spcPts val="0"/>
              </a:spcAft>
              <a:buClr>
                <a:schemeClr val="dk1"/>
              </a:buClr>
              <a:buSzPts val="6400"/>
              <a:buNone/>
              <a:defRPr sz="6400"/>
            </a:lvl4pPr>
            <a:lvl5pPr lvl="4" algn="ctr">
              <a:lnSpc>
                <a:spcPct val="90000"/>
              </a:lnSpc>
              <a:spcBef>
                <a:spcPts val="2000"/>
              </a:spcBef>
              <a:spcAft>
                <a:spcPts val="0"/>
              </a:spcAft>
              <a:buClr>
                <a:schemeClr val="dk1"/>
              </a:buClr>
              <a:buSzPts val="6400"/>
              <a:buNone/>
              <a:defRPr sz="6400"/>
            </a:lvl5pPr>
            <a:lvl6pPr lvl="5" algn="ctr">
              <a:lnSpc>
                <a:spcPct val="90000"/>
              </a:lnSpc>
              <a:spcBef>
                <a:spcPts val="2000"/>
              </a:spcBef>
              <a:spcAft>
                <a:spcPts val="0"/>
              </a:spcAft>
              <a:buClr>
                <a:schemeClr val="dk1"/>
              </a:buClr>
              <a:buSzPts val="6400"/>
              <a:buNone/>
              <a:defRPr sz="6400"/>
            </a:lvl6pPr>
            <a:lvl7pPr lvl="6" algn="ctr">
              <a:lnSpc>
                <a:spcPct val="90000"/>
              </a:lnSpc>
              <a:spcBef>
                <a:spcPts val="2000"/>
              </a:spcBef>
              <a:spcAft>
                <a:spcPts val="0"/>
              </a:spcAft>
              <a:buClr>
                <a:schemeClr val="dk1"/>
              </a:buClr>
              <a:buSzPts val="6400"/>
              <a:buNone/>
              <a:defRPr sz="6400"/>
            </a:lvl7pPr>
            <a:lvl8pPr lvl="7" algn="ctr">
              <a:lnSpc>
                <a:spcPct val="90000"/>
              </a:lnSpc>
              <a:spcBef>
                <a:spcPts val="2000"/>
              </a:spcBef>
              <a:spcAft>
                <a:spcPts val="0"/>
              </a:spcAft>
              <a:buClr>
                <a:schemeClr val="dk1"/>
              </a:buClr>
              <a:buSzPts val="6400"/>
              <a:buNone/>
              <a:defRPr sz="6400"/>
            </a:lvl8pPr>
            <a:lvl9pPr lvl="8" algn="ctr">
              <a:lnSpc>
                <a:spcPct val="90000"/>
              </a:lnSpc>
              <a:spcBef>
                <a:spcPts val="2000"/>
              </a:spcBef>
              <a:spcAft>
                <a:spcPts val="0"/>
              </a:spcAft>
              <a:buClr>
                <a:schemeClr val="dk1"/>
              </a:buClr>
              <a:buSzPts val="6400"/>
              <a:buNone/>
              <a:defRPr sz="6400"/>
            </a:lvl9pPr>
          </a:lstStyle>
          <a:p/>
        </p:txBody>
      </p:sp>
      <p:sp>
        <p:nvSpPr>
          <p:cNvPr id="14" name="Google Shape;14;p3"/>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2514600" y="1557873"/>
            <a:ext cx="31546800" cy="5655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2514600" y="7789333"/>
            <a:ext cx="31546800" cy="18565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000"/>
              </a:spcBef>
              <a:spcAft>
                <a:spcPts val="0"/>
              </a:spcAft>
              <a:buClr>
                <a:schemeClr val="dk1"/>
              </a:buClr>
              <a:buSzPts val="1800"/>
              <a:buChar char="•"/>
              <a:defRPr/>
            </a:lvl1pPr>
            <a:lvl2pPr indent="-342900" lvl="1" marL="914400" algn="l">
              <a:lnSpc>
                <a:spcPct val="90000"/>
              </a:lnSpc>
              <a:spcBef>
                <a:spcPts val="2000"/>
              </a:spcBef>
              <a:spcAft>
                <a:spcPts val="0"/>
              </a:spcAft>
              <a:buClr>
                <a:schemeClr val="dk1"/>
              </a:buClr>
              <a:buSzPts val="1800"/>
              <a:buChar char="•"/>
              <a:defRPr/>
            </a:lvl2pPr>
            <a:lvl3pPr indent="-342900" lvl="2" marL="1371600" algn="l">
              <a:lnSpc>
                <a:spcPct val="90000"/>
              </a:lnSpc>
              <a:spcBef>
                <a:spcPts val="2000"/>
              </a:spcBef>
              <a:spcAft>
                <a:spcPts val="0"/>
              </a:spcAft>
              <a:buClr>
                <a:schemeClr val="dk1"/>
              </a:buClr>
              <a:buSzPts val="1800"/>
              <a:buChar char="•"/>
              <a:defRPr/>
            </a:lvl3pPr>
            <a:lvl4pPr indent="-342900" lvl="3" marL="1828800" algn="l">
              <a:lnSpc>
                <a:spcPct val="90000"/>
              </a:lnSpc>
              <a:spcBef>
                <a:spcPts val="2000"/>
              </a:spcBef>
              <a:spcAft>
                <a:spcPts val="0"/>
              </a:spcAft>
              <a:buClr>
                <a:schemeClr val="dk1"/>
              </a:buClr>
              <a:buSzPts val="1800"/>
              <a:buChar char="•"/>
              <a:defRPr/>
            </a:lvl4pPr>
            <a:lvl5pPr indent="-342900" lvl="4" marL="2286000" algn="l">
              <a:lnSpc>
                <a:spcPct val="90000"/>
              </a:lnSpc>
              <a:spcBef>
                <a:spcPts val="2000"/>
              </a:spcBef>
              <a:spcAft>
                <a:spcPts val="0"/>
              </a:spcAft>
              <a:buClr>
                <a:schemeClr val="dk1"/>
              </a:buClr>
              <a:buSzPts val="1800"/>
              <a:buChar char="•"/>
              <a:defRPr/>
            </a:lvl5pPr>
            <a:lvl6pPr indent="-342900" lvl="5" marL="2743200" algn="l">
              <a:lnSpc>
                <a:spcPct val="90000"/>
              </a:lnSpc>
              <a:spcBef>
                <a:spcPts val="2000"/>
              </a:spcBef>
              <a:spcAft>
                <a:spcPts val="0"/>
              </a:spcAft>
              <a:buClr>
                <a:schemeClr val="dk1"/>
              </a:buClr>
              <a:buSzPts val="1800"/>
              <a:buChar char="•"/>
              <a:defRPr/>
            </a:lvl6pPr>
            <a:lvl7pPr indent="-342900" lvl="6" marL="3200400" algn="l">
              <a:lnSpc>
                <a:spcPct val="90000"/>
              </a:lnSpc>
              <a:spcBef>
                <a:spcPts val="2000"/>
              </a:spcBef>
              <a:spcAft>
                <a:spcPts val="0"/>
              </a:spcAft>
              <a:buClr>
                <a:schemeClr val="dk1"/>
              </a:buClr>
              <a:buSzPts val="1800"/>
              <a:buChar char="•"/>
              <a:defRPr/>
            </a:lvl7pPr>
            <a:lvl8pPr indent="-342900" lvl="7" marL="3657600" algn="l">
              <a:lnSpc>
                <a:spcPct val="90000"/>
              </a:lnSpc>
              <a:spcBef>
                <a:spcPts val="2000"/>
              </a:spcBef>
              <a:spcAft>
                <a:spcPts val="0"/>
              </a:spcAft>
              <a:buClr>
                <a:schemeClr val="dk1"/>
              </a:buClr>
              <a:buSzPts val="1800"/>
              <a:buChar char="•"/>
              <a:defRPr/>
            </a:lvl8pPr>
            <a:lvl9pPr indent="-342900" lvl="8" marL="4114800" algn="l">
              <a:lnSpc>
                <a:spcPct val="90000"/>
              </a:lnSpc>
              <a:spcBef>
                <a:spcPts val="2000"/>
              </a:spcBef>
              <a:spcAft>
                <a:spcPts val="0"/>
              </a:spcAft>
              <a:buClr>
                <a:schemeClr val="dk1"/>
              </a:buClr>
              <a:buSzPts val="1800"/>
              <a:buChar char="•"/>
              <a:defRPr/>
            </a:lvl9pPr>
          </a:lstStyle>
          <a:p/>
        </p:txBody>
      </p:sp>
      <p:sp>
        <p:nvSpPr>
          <p:cNvPr id="20" name="Google Shape;20;p4"/>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2495552" y="7294888"/>
            <a:ext cx="31546800" cy="121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0"/>
              <a:buFont typeface="Calibri"/>
              <a:buNone/>
              <a:defRPr sz="2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2495552" y="19581715"/>
            <a:ext cx="31546800" cy="6400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000"/>
              </a:spcBef>
              <a:spcAft>
                <a:spcPts val="0"/>
              </a:spcAft>
              <a:buClr>
                <a:schemeClr val="dk1"/>
              </a:buClr>
              <a:buSzPts val="9600"/>
              <a:buNone/>
              <a:defRPr sz="9600">
                <a:solidFill>
                  <a:schemeClr val="dk1"/>
                </a:solidFill>
              </a:defRPr>
            </a:lvl1pPr>
            <a:lvl2pPr indent="-228600" lvl="1" marL="914400" algn="l">
              <a:lnSpc>
                <a:spcPct val="90000"/>
              </a:lnSpc>
              <a:spcBef>
                <a:spcPts val="2000"/>
              </a:spcBef>
              <a:spcAft>
                <a:spcPts val="0"/>
              </a:spcAft>
              <a:buClr>
                <a:srgbClr val="888888"/>
              </a:buClr>
              <a:buSzPts val="8000"/>
              <a:buNone/>
              <a:defRPr sz="8000">
                <a:solidFill>
                  <a:srgbClr val="888888"/>
                </a:solidFill>
              </a:defRPr>
            </a:lvl2pPr>
            <a:lvl3pPr indent="-228600" lvl="2" marL="1371600" algn="l">
              <a:lnSpc>
                <a:spcPct val="90000"/>
              </a:lnSpc>
              <a:spcBef>
                <a:spcPts val="2000"/>
              </a:spcBef>
              <a:spcAft>
                <a:spcPts val="0"/>
              </a:spcAft>
              <a:buClr>
                <a:srgbClr val="888888"/>
              </a:buClr>
              <a:buSzPts val="7200"/>
              <a:buNone/>
              <a:defRPr sz="7200">
                <a:solidFill>
                  <a:srgbClr val="888888"/>
                </a:solidFill>
              </a:defRPr>
            </a:lvl3pPr>
            <a:lvl4pPr indent="-228600" lvl="3" marL="1828800" algn="l">
              <a:lnSpc>
                <a:spcPct val="90000"/>
              </a:lnSpc>
              <a:spcBef>
                <a:spcPts val="2000"/>
              </a:spcBef>
              <a:spcAft>
                <a:spcPts val="0"/>
              </a:spcAft>
              <a:buClr>
                <a:srgbClr val="888888"/>
              </a:buClr>
              <a:buSzPts val="6400"/>
              <a:buNone/>
              <a:defRPr sz="6400">
                <a:solidFill>
                  <a:srgbClr val="888888"/>
                </a:solidFill>
              </a:defRPr>
            </a:lvl4pPr>
            <a:lvl5pPr indent="-228600" lvl="4" marL="2286000" algn="l">
              <a:lnSpc>
                <a:spcPct val="90000"/>
              </a:lnSpc>
              <a:spcBef>
                <a:spcPts val="2000"/>
              </a:spcBef>
              <a:spcAft>
                <a:spcPts val="0"/>
              </a:spcAft>
              <a:buClr>
                <a:srgbClr val="888888"/>
              </a:buClr>
              <a:buSzPts val="6400"/>
              <a:buNone/>
              <a:defRPr sz="6400">
                <a:solidFill>
                  <a:srgbClr val="888888"/>
                </a:solidFill>
              </a:defRPr>
            </a:lvl5pPr>
            <a:lvl6pPr indent="-228600" lvl="5" marL="2743200" algn="l">
              <a:lnSpc>
                <a:spcPct val="90000"/>
              </a:lnSpc>
              <a:spcBef>
                <a:spcPts val="2000"/>
              </a:spcBef>
              <a:spcAft>
                <a:spcPts val="0"/>
              </a:spcAft>
              <a:buClr>
                <a:srgbClr val="888888"/>
              </a:buClr>
              <a:buSzPts val="6400"/>
              <a:buNone/>
              <a:defRPr sz="6400">
                <a:solidFill>
                  <a:srgbClr val="888888"/>
                </a:solidFill>
              </a:defRPr>
            </a:lvl6pPr>
            <a:lvl7pPr indent="-228600" lvl="6" marL="3200400" algn="l">
              <a:lnSpc>
                <a:spcPct val="90000"/>
              </a:lnSpc>
              <a:spcBef>
                <a:spcPts val="2000"/>
              </a:spcBef>
              <a:spcAft>
                <a:spcPts val="0"/>
              </a:spcAft>
              <a:buClr>
                <a:srgbClr val="888888"/>
              </a:buClr>
              <a:buSzPts val="6400"/>
              <a:buNone/>
              <a:defRPr sz="6400">
                <a:solidFill>
                  <a:srgbClr val="888888"/>
                </a:solidFill>
              </a:defRPr>
            </a:lvl7pPr>
            <a:lvl8pPr indent="-228600" lvl="7" marL="3657600" algn="l">
              <a:lnSpc>
                <a:spcPct val="90000"/>
              </a:lnSpc>
              <a:spcBef>
                <a:spcPts val="2000"/>
              </a:spcBef>
              <a:spcAft>
                <a:spcPts val="0"/>
              </a:spcAft>
              <a:buClr>
                <a:srgbClr val="888888"/>
              </a:buClr>
              <a:buSzPts val="6400"/>
              <a:buNone/>
              <a:defRPr sz="6400">
                <a:solidFill>
                  <a:srgbClr val="888888"/>
                </a:solidFill>
              </a:defRPr>
            </a:lvl8pPr>
            <a:lvl9pPr indent="-228600" lvl="8" marL="4114800" algn="l">
              <a:lnSpc>
                <a:spcPct val="90000"/>
              </a:lnSpc>
              <a:spcBef>
                <a:spcPts val="2000"/>
              </a:spcBef>
              <a:spcAft>
                <a:spcPts val="0"/>
              </a:spcAft>
              <a:buClr>
                <a:srgbClr val="888888"/>
              </a:buClr>
              <a:buSzPts val="6400"/>
              <a:buNone/>
              <a:defRPr sz="6400">
                <a:solidFill>
                  <a:srgbClr val="888888"/>
                </a:solidFill>
              </a:defRPr>
            </a:lvl9pPr>
          </a:lstStyle>
          <a:p/>
        </p:txBody>
      </p:sp>
      <p:sp>
        <p:nvSpPr>
          <p:cNvPr id="26" name="Google Shape;26;p5"/>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2514600" y="1557873"/>
            <a:ext cx="31546800" cy="5655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2514600" y="7789333"/>
            <a:ext cx="15544800" cy="18565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000"/>
              </a:spcBef>
              <a:spcAft>
                <a:spcPts val="0"/>
              </a:spcAft>
              <a:buClr>
                <a:schemeClr val="dk1"/>
              </a:buClr>
              <a:buSzPts val="1800"/>
              <a:buChar char="•"/>
              <a:defRPr/>
            </a:lvl1pPr>
            <a:lvl2pPr indent="-342900" lvl="1" marL="914400" algn="l">
              <a:lnSpc>
                <a:spcPct val="90000"/>
              </a:lnSpc>
              <a:spcBef>
                <a:spcPts val="2000"/>
              </a:spcBef>
              <a:spcAft>
                <a:spcPts val="0"/>
              </a:spcAft>
              <a:buClr>
                <a:schemeClr val="dk1"/>
              </a:buClr>
              <a:buSzPts val="1800"/>
              <a:buChar char="•"/>
              <a:defRPr/>
            </a:lvl2pPr>
            <a:lvl3pPr indent="-342900" lvl="2" marL="1371600" algn="l">
              <a:lnSpc>
                <a:spcPct val="90000"/>
              </a:lnSpc>
              <a:spcBef>
                <a:spcPts val="2000"/>
              </a:spcBef>
              <a:spcAft>
                <a:spcPts val="0"/>
              </a:spcAft>
              <a:buClr>
                <a:schemeClr val="dk1"/>
              </a:buClr>
              <a:buSzPts val="1800"/>
              <a:buChar char="•"/>
              <a:defRPr/>
            </a:lvl3pPr>
            <a:lvl4pPr indent="-342900" lvl="3" marL="1828800" algn="l">
              <a:lnSpc>
                <a:spcPct val="90000"/>
              </a:lnSpc>
              <a:spcBef>
                <a:spcPts val="2000"/>
              </a:spcBef>
              <a:spcAft>
                <a:spcPts val="0"/>
              </a:spcAft>
              <a:buClr>
                <a:schemeClr val="dk1"/>
              </a:buClr>
              <a:buSzPts val="1800"/>
              <a:buChar char="•"/>
              <a:defRPr/>
            </a:lvl4pPr>
            <a:lvl5pPr indent="-342900" lvl="4" marL="2286000" algn="l">
              <a:lnSpc>
                <a:spcPct val="90000"/>
              </a:lnSpc>
              <a:spcBef>
                <a:spcPts val="2000"/>
              </a:spcBef>
              <a:spcAft>
                <a:spcPts val="0"/>
              </a:spcAft>
              <a:buClr>
                <a:schemeClr val="dk1"/>
              </a:buClr>
              <a:buSzPts val="1800"/>
              <a:buChar char="•"/>
              <a:defRPr/>
            </a:lvl5pPr>
            <a:lvl6pPr indent="-342900" lvl="5" marL="2743200" algn="l">
              <a:lnSpc>
                <a:spcPct val="90000"/>
              </a:lnSpc>
              <a:spcBef>
                <a:spcPts val="2000"/>
              </a:spcBef>
              <a:spcAft>
                <a:spcPts val="0"/>
              </a:spcAft>
              <a:buClr>
                <a:schemeClr val="dk1"/>
              </a:buClr>
              <a:buSzPts val="1800"/>
              <a:buChar char="•"/>
              <a:defRPr/>
            </a:lvl6pPr>
            <a:lvl7pPr indent="-342900" lvl="6" marL="3200400" algn="l">
              <a:lnSpc>
                <a:spcPct val="90000"/>
              </a:lnSpc>
              <a:spcBef>
                <a:spcPts val="2000"/>
              </a:spcBef>
              <a:spcAft>
                <a:spcPts val="0"/>
              </a:spcAft>
              <a:buClr>
                <a:schemeClr val="dk1"/>
              </a:buClr>
              <a:buSzPts val="1800"/>
              <a:buChar char="•"/>
              <a:defRPr/>
            </a:lvl7pPr>
            <a:lvl8pPr indent="-342900" lvl="7" marL="3657600" algn="l">
              <a:lnSpc>
                <a:spcPct val="90000"/>
              </a:lnSpc>
              <a:spcBef>
                <a:spcPts val="2000"/>
              </a:spcBef>
              <a:spcAft>
                <a:spcPts val="0"/>
              </a:spcAft>
              <a:buClr>
                <a:schemeClr val="dk1"/>
              </a:buClr>
              <a:buSzPts val="1800"/>
              <a:buChar char="•"/>
              <a:defRPr/>
            </a:lvl8pPr>
            <a:lvl9pPr indent="-342900" lvl="8" marL="4114800" algn="l">
              <a:lnSpc>
                <a:spcPct val="90000"/>
              </a:lnSpc>
              <a:spcBef>
                <a:spcPts val="2000"/>
              </a:spcBef>
              <a:spcAft>
                <a:spcPts val="0"/>
              </a:spcAft>
              <a:buClr>
                <a:schemeClr val="dk1"/>
              </a:buClr>
              <a:buSzPts val="1800"/>
              <a:buChar char="•"/>
              <a:defRPr/>
            </a:lvl9pPr>
          </a:lstStyle>
          <a:p/>
        </p:txBody>
      </p:sp>
      <p:sp>
        <p:nvSpPr>
          <p:cNvPr id="32" name="Google Shape;32;p6"/>
          <p:cNvSpPr txBox="1"/>
          <p:nvPr>
            <p:ph idx="2" type="body"/>
          </p:nvPr>
        </p:nvSpPr>
        <p:spPr>
          <a:xfrm>
            <a:off x="18516600" y="7789333"/>
            <a:ext cx="15544800" cy="18565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000"/>
              </a:spcBef>
              <a:spcAft>
                <a:spcPts val="0"/>
              </a:spcAft>
              <a:buClr>
                <a:schemeClr val="dk1"/>
              </a:buClr>
              <a:buSzPts val="1800"/>
              <a:buChar char="•"/>
              <a:defRPr/>
            </a:lvl1pPr>
            <a:lvl2pPr indent="-342900" lvl="1" marL="914400" algn="l">
              <a:lnSpc>
                <a:spcPct val="90000"/>
              </a:lnSpc>
              <a:spcBef>
                <a:spcPts val="2000"/>
              </a:spcBef>
              <a:spcAft>
                <a:spcPts val="0"/>
              </a:spcAft>
              <a:buClr>
                <a:schemeClr val="dk1"/>
              </a:buClr>
              <a:buSzPts val="1800"/>
              <a:buChar char="•"/>
              <a:defRPr/>
            </a:lvl2pPr>
            <a:lvl3pPr indent="-342900" lvl="2" marL="1371600" algn="l">
              <a:lnSpc>
                <a:spcPct val="90000"/>
              </a:lnSpc>
              <a:spcBef>
                <a:spcPts val="2000"/>
              </a:spcBef>
              <a:spcAft>
                <a:spcPts val="0"/>
              </a:spcAft>
              <a:buClr>
                <a:schemeClr val="dk1"/>
              </a:buClr>
              <a:buSzPts val="1800"/>
              <a:buChar char="•"/>
              <a:defRPr/>
            </a:lvl3pPr>
            <a:lvl4pPr indent="-342900" lvl="3" marL="1828800" algn="l">
              <a:lnSpc>
                <a:spcPct val="90000"/>
              </a:lnSpc>
              <a:spcBef>
                <a:spcPts val="2000"/>
              </a:spcBef>
              <a:spcAft>
                <a:spcPts val="0"/>
              </a:spcAft>
              <a:buClr>
                <a:schemeClr val="dk1"/>
              </a:buClr>
              <a:buSzPts val="1800"/>
              <a:buChar char="•"/>
              <a:defRPr/>
            </a:lvl4pPr>
            <a:lvl5pPr indent="-342900" lvl="4" marL="2286000" algn="l">
              <a:lnSpc>
                <a:spcPct val="90000"/>
              </a:lnSpc>
              <a:spcBef>
                <a:spcPts val="2000"/>
              </a:spcBef>
              <a:spcAft>
                <a:spcPts val="0"/>
              </a:spcAft>
              <a:buClr>
                <a:schemeClr val="dk1"/>
              </a:buClr>
              <a:buSzPts val="1800"/>
              <a:buChar char="•"/>
              <a:defRPr/>
            </a:lvl5pPr>
            <a:lvl6pPr indent="-342900" lvl="5" marL="2743200" algn="l">
              <a:lnSpc>
                <a:spcPct val="90000"/>
              </a:lnSpc>
              <a:spcBef>
                <a:spcPts val="2000"/>
              </a:spcBef>
              <a:spcAft>
                <a:spcPts val="0"/>
              </a:spcAft>
              <a:buClr>
                <a:schemeClr val="dk1"/>
              </a:buClr>
              <a:buSzPts val="1800"/>
              <a:buChar char="•"/>
              <a:defRPr/>
            </a:lvl6pPr>
            <a:lvl7pPr indent="-342900" lvl="6" marL="3200400" algn="l">
              <a:lnSpc>
                <a:spcPct val="90000"/>
              </a:lnSpc>
              <a:spcBef>
                <a:spcPts val="2000"/>
              </a:spcBef>
              <a:spcAft>
                <a:spcPts val="0"/>
              </a:spcAft>
              <a:buClr>
                <a:schemeClr val="dk1"/>
              </a:buClr>
              <a:buSzPts val="1800"/>
              <a:buChar char="•"/>
              <a:defRPr/>
            </a:lvl7pPr>
            <a:lvl8pPr indent="-342900" lvl="7" marL="3657600" algn="l">
              <a:lnSpc>
                <a:spcPct val="90000"/>
              </a:lnSpc>
              <a:spcBef>
                <a:spcPts val="2000"/>
              </a:spcBef>
              <a:spcAft>
                <a:spcPts val="0"/>
              </a:spcAft>
              <a:buClr>
                <a:schemeClr val="dk1"/>
              </a:buClr>
              <a:buSzPts val="1800"/>
              <a:buChar char="•"/>
              <a:defRPr/>
            </a:lvl8pPr>
            <a:lvl9pPr indent="-342900" lvl="8" marL="4114800" algn="l">
              <a:lnSpc>
                <a:spcPct val="90000"/>
              </a:lnSpc>
              <a:spcBef>
                <a:spcPts val="2000"/>
              </a:spcBef>
              <a:spcAft>
                <a:spcPts val="0"/>
              </a:spcAft>
              <a:buClr>
                <a:schemeClr val="dk1"/>
              </a:buClr>
              <a:buSzPts val="1800"/>
              <a:buChar char="•"/>
              <a:defRPr/>
            </a:lvl9pPr>
          </a:lstStyle>
          <a:p/>
        </p:txBody>
      </p:sp>
      <p:sp>
        <p:nvSpPr>
          <p:cNvPr id="33" name="Google Shape;33;p6"/>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2519364" y="1557873"/>
            <a:ext cx="31546800" cy="5655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
          <p:cNvSpPr txBox="1"/>
          <p:nvPr>
            <p:ph idx="1" type="body"/>
          </p:nvPr>
        </p:nvSpPr>
        <p:spPr>
          <a:xfrm>
            <a:off x="2519368" y="7172962"/>
            <a:ext cx="15473400" cy="35154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000"/>
              </a:spcBef>
              <a:spcAft>
                <a:spcPts val="0"/>
              </a:spcAft>
              <a:buClr>
                <a:schemeClr val="dk1"/>
              </a:buClr>
              <a:buSzPts val="9600"/>
              <a:buNone/>
              <a:defRPr b="1" sz="9600"/>
            </a:lvl1pPr>
            <a:lvl2pPr indent="-228600" lvl="1" marL="914400" algn="l">
              <a:lnSpc>
                <a:spcPct val="90000"/>
              </a:lnSpc>
              <a:spcBef>
                <a:spcPts val="2000"/>
              </a:spcBef>
              <a:spcAft>
                <a:spcPts val="0"/>
              </a:spcAft>
              <a:buClr>
                <a:schemeClr val="dk1"/>
              </a:buClr>
              <a:buSzPts val="8000"/>
              <a:buNone/>
              <a:defRPr b="1" sz="8000"/>
            </a:lvl2pPr>
            <a:lvl3pPr indent="-228600" lvl="2" marL="1371600" algn="l">
              <a:lnSpc>
                <a:spcPct val="90000"/>
              </a:lnSpc>
              <a:spcBef>
                <a:spcPts val="2000"/>
              </a:spcBef>
              <a:spcAft>
                <a:spcPts val="0"/>
              </a:spcAft>
              <a:buClr>
                <a:schemeClr val="dk1"/>
              </a:buClr>
              <a:buSzPts val="7200"/>
              <a:buNone/>
              <a:defRPr b="1" sz="7200"/>
            </a:lvl3pPr>
            <a:lvl4pPr indent="-228600" lvl="3" marL="1828800" algn="l">
              <a:lnSpc>
                <a:spcPct val="90000"/>
              </a:lnSpc>
              <a:spcBef>
                <a:spcPts val="2000"/>
              </a:spcBef>
              <a:spcAft>
                <a:spcPts val="0"/>
              </a:spcAft>
              <a:buClr>
                <a:schemeClr val="dk1"/>
              </a:buClr>
              <a:buSzPts val="6400"/>
              <a:buNone/>
              <a:defRPr b="1" sz="6400"/>
            </a:lvl4pPr>
            <a:lvl5pPr indent="-228600" lvl="4" marL="2286000" algn="l">
              <a:lnSpc>
                <a:spcPct val="90000"/>
              </a:lnSpc>
              <a:spcBef>
                <a:spcPts val="2000"/>
              </a:spcBef>
              <a:spcAft>
                <a:spcPts val="0"/>
              </a:spcAft>
              <a:buClr>
                <a:schemeClr val="dk1"/>
              </a:buClr>
              <a:buSzPts val="6400"/>
              <a:buNone/>
              <a:defRPr b="1" sz="6400"/>
            </a:lvl5pPr>
            <a:lvl6pPr indent="-228600" lvl="5" marL="2743200" algn="l">
              <a:lnSpc>
                <a:spcPct val="90000"/>
              </a:lnSpc>
              <a:spcBef>
                <a:spcPts val="2000"/>
              </a:spcBef>
              <a:spcAft>
                <a:spcPts val="0"/>
              </a:spcAft>
              <a:buClr>
                <a:schemeClr val="dk1"/>
              </a:buClr>
              <a:buSzPts val="6400"/>
              <a:buNone/>
              <a:defRPr b="1" sz="6400"/>
            </a:lvl6pPr>
            <a:lvl7pPr indent="-228600" lvl="6" marL="3200400" algn="l">
              <a:lnSpc>
                <a:spcPct val="90000"/>
              </a:lnSpc>
              <a:spcBef>
                <a:spcPts val="2000"/>
              </a:spcBef>
              <a:spcAft>
                <a:spcPts val="0"/>
              </a:spcAft>
              <a:buClr>
                <a:schemeClr val="dk1"/>
              </a:buClr>
              <a:buSzPts val="6400"/>
              <a:buNone/>
              <a:defRPr b="1" sz="6400"/>
            </a:lvl7pPr>
            <a:lvl8pPr indent="-228600" lvl="7" marL="3657600" algn="l">
              <a:lnSpc>
                <a:spcPct val="90000"/>
              </a:lnSpc>
              <a:spcBef>
                <a:spcPts val="2000"/>
              </a:spcBef>
              <a:spcAft>
                <a:spcPts val="0"/>
              </a:spcAft>
              <a:buClr>
                <a:schemeClr val="dk1"/>
              </a:buClr>
              <a:buSzPts val="6400"/>
              <a:buNone/>
              <a:defRPr b="1" sz="6400"/>
            </a:lvl8pPr>
            <a:lvl9pPr indent="-228600" lvl="8" marL="4114800" algn="l">
              <a:lnSpc>
                <a:spcPct val="90000"/>
              </a:lnSpc>
              <a:spcBef>
                <a:spcPts val="2000"/>
              </a:spcBef>
              <a:spcAft>
                <a:spcPts val="0"/>
              </a:spcAft>
              <a:buClr>
                <a:schemeClr val="dk1"/>
              </a:buClr>
              <a:buSzPts val="6400"/>
              <a:buNone/>
              <a:defRPr b="1" sz="6400"/>
            </a:lvl9pPr>
          </a:lstStyle>
          <a:p/>
        </p:txBody>
      </p:sp>
      <p:sp>
        <p:nvSpPr>
          <p:cNvPr id="39" name="Google Shape;39;p7"/>
          <p:cNvSpPr txBox="1"/>
          <p:nvPr>
            <p:ph idx="2" type="body"/>
          </p:nvPr>
        </p:nvSpPr>
        <p:spPr>
          <a:xfrm>
            <a:off x="2519368" y="10688320"/>
            <a:ext cx="15473400" cy="15720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000"/>
              </a:spcBef>
              <a:spcAft>
                <a:spcPts val="0"/>
              </a:spcAft>
              <a:buClr>
                <a:schemeClr val="dk1"/>
              </a:buClr>
              <a:buSzPts val="1800"/>
              <a:buChar char="•"/>
              <a:defRPr/>
            </a:lvl1pPr>
            <a:lvl2pPr indent="-342900" lvl="1" marL="914400" algn="l">
              <a:lnSpc>
                <a:spcPct val="90000"/>
              </a:lnSpc>
              <a:spcBef>
                <a:spcPts val="2000"/>
              </a:spcBef>
              <a:spcAft>
                <a:spcPts val="0"/>
              </a:spcAft>
              <a:buClr>
                <a:schemeClr val="dk1"/>
              </a:buClr>
              <a:buSzPts val="1800"/>
              <a:buChar char="•"/>
              <a:defRPr/>
            </a:lvl2pPr>
            <a:lvl3pPr indent="-342900" lvl="2" marL="1371600" algn="l">
              <a:lnSpc>
                <a:spcPct val="90000"/>
              </a:lnSpc>
              <a:spcBef>
                <a:spcPts val="2000"/>
              </a:spcBef>
              <a:spcAft>
                <a:spcPts val="0"/>
              </a:spcAft>
              <a:buClr>
                <a:schemeClr val="dk1"/>
              </a:buClr>
              <a:buSzPts val="1800"/>
              <a:buChar char="•"/>
              <a:defRPr/>
            </a:lvl3pPr>
            <a:lvl4pPr indent="-342900" lvl="3" marL="1828800" algn="l">
              <a:lnSpc>
                <a:spcPct val="90000"/>
              </a:lnSpc>
              <a:spcBef>
                <a:spcPts val="2000"/>
              </a:spcBef>
              <a:spcAft>
                <a:spcPts val="0"/>
              </a:spcAft>
              <a:buClr>
                <a:schemeClr val="dk1"/>
              </a:buClr>
              <a:buSzPts val="1800"/>
              <a:buChar char="•"/>
              <a:defRPr/>
            </a:lvl4pPr>
            <a:lvl5pPr indent="-342900" lvl="4" marL="2286000" algn="l">
              <a:lnSpc>
                <a:spcPct val="90000"/>
              </a:lnSpc>
              <a:spcBef>
                <a:spcPts val="2000"/>
              </a:spcBef>
              <a:spcAft>
                <a:spcPts val="0"/>
              </a:spcAft>
              <a:buClr>
                <a:schemeClr val="dk1"/>
              </a:buClr>
              <a:buSzPts val="1800"/>
              <a:buChar char="•"/>
              <a:defRPr/>
            </a:lvl5pPr>
            <a:lvl6pPr indent="-342900" lvl="5" marL="2743200" algn="l">
              <a:lnSpc>
                <a:spcPct val="90000"/>
              </a:lnSpc>
              <a:spcBef>
                <a:spcPts val="2000"/>
              </a:spcBef>
              <a:spcAft>
                <a:spcPts val="0"/>
              </a:spcAft>
              <a:buClr>
                <a:schemeClr val="dk1"/>
              </a:buClr>
              <a:buSzPts val="1800"/>
              <a:buChar char="•"/>
              <a:defRPr/>
            </a:lvl6pPr>
            <a:lvl7pPr indent="-342900" lvl="6" marL="3200400" algn="l">
              <a:lnSpc>
                <a:spcPct val="90000"/>
              </a:lnSpc>
              <a:spcBef>
                <a:spcPts val="2000"/>
              </a:spcBef>
              <a:spcAft>
                <a:spcPts val="0"/>
              </a:spcAft>
              <a:buClr>
                <a:schemeClr val="dk1"/>
              </a:buClr>
              <a:buSzPts val="1800"/>
              <a:buChar char="•"/>
              <a:defRPr/>
            </a:lvl7pPr>
            <a:lvl8pPr indent="-342900" lvl="7" marL="3657600" algn="l">
              <a:lnSpc>
                <a:spcPct val="90000"/>
              </a:lnSpc>
              <a:spcBef>
                <a:spcPts val="2000"/>
              </a:spcBef>
              <a:spcAft>
                <a:spcPts val="0"/>
              </a:spcAft>
              <a:buClr>
                <a:schemeClr val="dk1"/>
              </a:buClr>
              <a:buSzPts val="1800"/>
              <a:buChar char="•"/>
              <a:defRPr/>
            </a:lvl8pPr>
            <a:lvl9pPr indent="-342900" lvl="8" marL="4114800" algn="l">
              <a:lnSpc>
                <a:spcPct val="90000"/>
              </a:lnSpc>
              <a:spcBef>
                <a:spcPts val="2000"/>
              </a:spcBef>
              <a:spcAft>
                <a:spcPts val="0"/>
              </a:spcAft>
              <a:buClr>
                <a:schemeClr val="dk1"/>
              </a:buClr>
              <a:buSzPts val="1800"/>
              <a:buChar char="•"/>
              <a:defRPr/>
            </a:lvl9pPr>
          </a:lstStyle>
          <a:p/>
        </p:txBody>
      </p:sp>
      <p:sp>
        <p:nvSpPr>
          <p:cNvPr id="40" name="Google Shape;40;p7"/>
          <p:cNvSpPr txBox="1"/>
          <p:nvPr>
            <p:ph idx="3" type="body"/>
          </p:nvPr>
        </p:nvSpPr>
        <p:spPr>
          <a:xfrm>
            <a:off x="18516602" y="7172962"/>
            <a:ext cx="15549600" cy="35154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4000"/>
              </a:spcBef>
              <a:spcAft>
                <a:spcPts val="0"/>
              </a:spcAft>
              <a:buClr>
                <a:schemeClr val="dk1"/>
              </a:buClr>
              <a:buSzPts val="9600"/>
              <a:buNone/>
              <a:defRPr b="1" sz="9600"/>
            </a:lvl1pPr>
            <a:lvl2pPr indent="-228600" lvl="1" marL="914400" algn="l">
              <a:lnSpc>
                <a:spcPct val="90000"/>
              </a:lnSpc>
              <a:spcBef>
                <a:spcPts val="2000"/>
              </a:spcBef>
              <a:spcAft>
                <a:spcPts val="0"/>
              </a:spcAft>
              <a:buClr>
                <a:schemeClr val="dk1"/>
              </a:buClr>
              <a:buSzPts val="8000"/>
              <a:buNone/>
              <a:defRPr b="1" sz="8000"/>
            </a:lvl2pPr>
            <a:lvl3pPr indent="-228600" lvl="2" marL="1371600" algn="l">
              <a:lnSpc>
                <a:spcPct val="90000"/>
              </a:lnSpc>
              <a:spcBef>
                <a:spcPts val="2000"/>
              </a:spcBef>
              <a:spcAft>
                <a:spcPts val="0"/>
              </a:spcAft>
              <a:buClr>
                <a:schemeClr val="dk1"/>
              </a:buClr>
              <a:buSzPts val="7200"/>
              <a:buNone/>
              <a:defRPr b="1" sz="7200"/>
            </a:lvl3pPr>
            <a:lvl4pPr indent="-228600" lvl="3" marL="1828800" algn="l">
              <a:lnSpc>
                <a:spcPct val="90000"/>
              </a:lnSpc>
              <a:spcBef>
                <a:spcPts val="2000"/>
              </a:spcBef>
              <a:spcAft>
                <a:spcPts val="0"/>
              </a:spcAft>
              <a:buClr>
                <a:schemeClr val="dk1"/>
              </a:buClr>
              <a:buSzPts val="6400"/>
              <a:buNone/>
              <a:defRPr b="1" sz="6400"/>
            </a:lvl4pPr>
            <a:lvl5pPr indent="-228600" lvl="4" marL="2286000" algn="l">
              <a:lnSpc>
                <a:spcPct val="90000"/>
              </a:lnSpc>
              <a:spcBef>
                <a:spcPts val="2000"/>
              </a:spcBef>
              <a:spcAft>
                <a:spcPts val="0"/>
              </a:spcAft>
              <a:buClr>
                <a:schemeClr val="dk1"/>
              </a:buClr>
              <a:buSzPts val="6400"/>
              <a:buNone/>
              <a:defRPr b="1" sz="6400"/>
            </a:lvl5pPr>
            <a:lvl6pPr indent="-228600" lvl="5" marL="2743200" algn="l">
              <a:lnSpc>
                <a:spcPct val="90000"/>
              </a:lnSpc>
              <a:spcBef>
                <a:spcPts val="2000"/>
              </a:spcBef>
              <a:spcAft>
                <a:spcPts val="0"/>
              </a:spcAft>
              <a:buClr>
                <a:schemeClr val="dk1"/>
              </a:buClr>
              <a:buSzPts val="6400"/>
              <a:buNone/>
              <a:defRPr b="1" sz="6400"/>
            </a:lvl6pPr>
            <a:lvl7pPr indent="-228600" lvl="6" marL="3200400" algn="l">
              <a:lnSpc>
                <a:spcPct val="90000"/>
              </a:lnSpc>
              <a:spcBef>
                <a:spcPts val="2000"/>
              </a:spcBef>
              <a:spcAft>
                <a:spcPts val="0"/>
              </a:spcAft>
              <a:buClr>
                <a:schemeClr val="dk1"/>
              </a:buClr>
              <a:buSzPts val="6400"/>
              <a:buNone/>
              <a:defRPr b="1" sz="6400"/>
            </a:lvl7pPr>
            <a:lvl8pPr indent="-228600" lvl="7" marL="3657600" algn="l">
              <a:lnSpc>
                <a:spcPct val="90000"/>
              </a:lnSpc>
              <a:spcBef>
                <a:spcPts val="2000"/>
              </a:spcBef>
              <a:spcAft>
                <a:spcPts val="0"/>
              </a:spcAft>
              <a:buClr>
                <a:schemeClr val="dk1"/>
              </a:buClr>
              <a:buSzPts val="6400"/>
              <a:buNone/>
              <a:defRPr b="1" sz="6400"/>
            </a:lvl8pPr>
            <a:lvl9pPr indent="-228600" lvl="8" marL="4114800" algn="l">
              <a:lnSpc>
                <a:spcPct val="90000"/>
              </a:lnSpc>
              <a:spcBef>
                <a:spcPts val="2000"/>
              </a:spcBef>
              <a:spcAft>
                <a:spcPts val="0"/>
              </a:spcAft>
              <a:buClr>
                <a:schemeClr val="dk1"/>
              </a:buClr>
              <a:buSzPts val="6400"/>
              <a:buNone/>
              <a:defRPr b="1" sz="6400"/>
            </a:lvl9pPr>
          </a:lstStyle>
          <a:p/>
        </p:txBody>
      </p:sp>
      <p:sp>
        <p:nvSpPr>
          <p:cNvPr id="41" name="Google Shape;41;p7"/>
          <p:cNvSpPr txBox="1"/>
          <p:nvPr>
            <p:ph idx="4" type="body"/>
          </p:nvPr>
        </p:nvSpPr>
        <p:spPr>
          <a:xfrm>
            <a:off x="18516602" y="10688320"/>
            <a:ext cx="15549600" cy="15720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000"/>
              </a:spcBef>
              <a:spcAft>
                <a:spcPts val="0"/>
              </a:spcAft>
              <a:buClr>
                <a:schemeClr val="dk1"/>
              </a:buClr>
              <a:buSzPts val="1800"/>
              <a:buChar char="•"/>
              <a:defRPr/>
            </a:lvl1pPr>
            <a:lvl2pPr indent="-342900" lvl="1" marL="914400" algn="l">
              <a:lnSpc>
                <a:spcPct val="90000"/>
              </a:lnSpc>
              <a:spcBef>
                <a:spcPts val="2000"/>
              </a:spcBef>
              <a:spcAft>
                <a:spcPts val="0"/>
              </a:spcAft>
              <a:buClr>
                <a:schemeClr val="dk1"/>
              </a:buClr>
              <a:buSzPts val="1800"/>
              <a:buChar char="•"/>
              <a:defRPr/>
            </a:lvl2pPr>
            <a:lvl3pPr indent="-342900" lvl="2" marL="1371600" algn="l">
              <a:lnSpc>
                <a:spcPct val="90000"/>
              </a:lnSpc>
              <a:spcBef>
                <a:spcPts val="2000"/>
              </a:spcBef>
              <a:spcAft>
                <a:spcPts val="0"/>
              </a:spcAft>
              <a:buClr>
                <a:schemeClr val="dk1"/>
              </a:buClr>
              <a:buSzPts val="1800"/>
              <a:buChar char="•"/>
              <a:defRPr/>
            </a:lvl3pPr>
            <a:lvl4pPr indent="-342900" lvl="3" marL="1828800" algn="l">
              <a:lnSpc>
                <a:spcPct val="90000"/>
              </a:lnSpc>
              <a:spcBef>
                <a:spcPts val="2000"/>
              </a:spcBef>
              <a:spcAft>
                <a:spcPts val="0"/>
              </a:spcAft>
              <a:buClr>
                <a:schemeClr val="dk1"/>
              </a:buClr>
              <a:buSzPts val="1800"/>
              <a:buChar char="•"/>
              <a:defRPr/>
            </a:lvl4pPr>
            <a:lvl5pPr indent="-342900" lvl="4" marL="2286000" algn="l">
              <a:lnSpc>
                <a:spcPct val="90000"/>
              </a:lnSpc>
              <a:spcBef>
                <a:spcPts val="2000"/>
              </a:spcBef>
              <a:spcAft>
                <a:spcPts val="0"/>
              </a:spcAft>
              <a:buClr>
                <a:schemeClr val="dk1"/>
              </a:buClr>
              <a:buSzPts val="1800"/>
              <a:buChar char="•"/>
              <a:defRPr/>
            </a:lvl5pPr>
            <a:lvl6pPr indent="-342900" lvl="5" marL="2743200" algn="l">
              <a:lnSpc>
                <a:spcPct val="90000"/>
              </a:lnSpc>
              <a:spcBef>
                <a:spcPts val="2000"/>
              </a:spcBef>
              <a:spcAft>
                <a:spcPts val="0"/>
              </a:spcAft>
              <a:buClr>
                <a:schemeClr val="dk1"/>
              </a:buClr>
              <a:buSzPts val="1800"/>
              <a:buChar char="•"/>
              <a:defRPr/>
            </a:lvl6pPr>
            <a:lvl7pPr indent="-342900" lvl="6" marL="3200400" algn="l">
              <a:lnSpc>
                <a:spcPct val="90000"/>
              </a:lnSpc>
              <a:spcBef>
                <a:spcPts val="2000"/>
              </a:spcBef>
              <a:spcAft>
                <a:spcPts val="0"/>
              </a:spcAft>
              <a:buClr>
                <a:schemeClr val="dk1"/>
              </a:buClr>
              <a:buSzPts val="1800"/>
              <a:buChar char="•"/>
              <a:defRPr/>
            </a:lvl7pPr>
            <a:lvl8pPr indent="-342900" lvl="7" marL="3657600" algn="l">
              <a:lnSpc>
                <a:spcPct val="90000"/>
              </a:lnSpc>
              <a:spcBef>
                <a:spcPts val="2000"/>
              </a:spcBef>
              <a:spcAft>
                <a:spcPts val="0"/>
              </a:spcAft>
              <a:buClr>
                <a:schemeClr val="dk1"/>
              </a:buClr>
              <a:buSzPts val="1800"/>
              <a:buChar char="•"/>
              <a:defRPr/>
            </a:lvl8pPr>
            <a:lvl9pPr indent="-342900" lvl="8" marL="4114800" algn="l">
              <a:lnSpc>
                <a:spcPct val="90000"/>
              </a:lnSpc>
              <a:spcBef>
                <a:spcPts val="2000"/>
              </a:spcBef>
              <a:spcAft>
                <a:spcPts val="0"/>
              </a:spcAft>
              <a:buClr>
                <a:schemeClr val="dk1"/>
              </a:buClr>
              <a:buSzPts val="1800"/>
              <a:buChar char="•"/>
              <a:defRPr/>
            </a:lvl9pPr>
          </a:lstStyle>
          <a:p/>
        </p:txBody>
      </p:sp>
      <p:sp>
        <p:nvSpPr>
          <p:cNvPr id="42" name="Google Shape;42;p7"/>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2514600" y="1557873"/>
            <a:ext cx="31546800" cy="5655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2519364" y="1950720"/>
            <a:ext cx="11796600" cy="6827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2800"/>
              <a:buFont typeface="Calibri"/>
              <a:buNone/>
              <a:defRPr sz="1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15549564" y="4213020"/>
            <a:ext cx="18516600" cy="20794200"/>
          </a:xfrm>
          <a:prstGeom prst="rect">
            <a:avLst/>
          </a:prstGeom>
          <a:noFill/>
          <a:ln>
            <a:noFill/>
          </a:ln>
        </p:spPr>
        <p:txBody>
          <a:bodyPr anchorCtr="0" anchor="t" bIns="45700" lIns="91425" spcFirstLastPara="1" rIns="91425" wrap="square" tIns="45700">
            <a:normAutofit/>
          </a:bodyPr>
          <a:lstStyle>
            <a:lvl1pPr indent="-1041400" lvl="0" marL="457200" algn="l">
              <a:lnSpc>
                <a:spcPct val="90000"/>
              </a:lnSpc>
              <a:spcBef>
                <a:spcPts val="4000"/>
              </a:spcBef>
              <a:spcAft>
                <a:spcPts val="0"/>
              </a:spcAft>
              <a:buClr>
                <a:schemeClr val="dk1"/>
              </a:buClr>
              <a:buSzPts val="12800"/>
              <a:buChar char="•"/>
              <a:defRPr sz="12800"/>
            </a:lvl1pPr>
            <a:lvl2pPr indent="-939800" lvl="1" marL="914400" algn="l">
              <a:lnSpc>
                <a:spcPct val="90000"/>
              </a:lnSpc>
              <a:spcBef>
                <a:spcPts val="2000"/>
              </a:spcBef>
              <a:spcAft>
                <a:spcPts val="0"/>
              </a:spcAft>
              <a:buClr>
                <a:schemeClr val="dk1"/>
              </a:buClr>
              <a:buSzPts val="11200"/>
              <a:buChar char="•"/>
              <a:defRPr sz="11200"/>
            </a:lvl2pPr>
            <a:lvl3pPr indent="-838200" lvl="2" marL="1371600" algn="l">
              <a:lnSpc>
                <a:spcPct val="90000"/>
              </a:lnSpc>
              <a:spcBef>
                <a:spcPts val="2000"/>
              </a:spcBef>
              <a:spcAft>
                <a:spcPts val="0"/>
              </a:spcAft>
              <a:buClr>
                <a:schemeClr val="dk1"/>
              </a:buClr>
              <a:buSzPts val="9600"/>
              <a:buChar char="•"/>
              <a:defRPr sz="9600"/>
            </a:lvl3pPr>
            <a:lvl4pPr indent="-736600" lvl="3" marL="1828800" algn="l">
              <a:lnSpc>
                <a:spcPct val="90000"/>
              </a:lnSpc>
              <a:spcBef>
                <a:spcPts val="2000"/>
              </a:spcBef>
              <a:spcAft>
                <a:spcPts val="0"/>
              </a:spcAft>
              <a:buClr>
                <a:schemeClr val="dk1"/>
              </a:buClr>
              <a:buSzPts val="8000"/>
              <a:buChar char="•"/>
              <a:defRPr sz="8000"/>
            </a:lvl4pPr>
            <a:lvl5pPr indent="-736600" lvl="4" marL="2286000" algn="l">
              <a:lnSpc>
                <a:spcPct val="90000"/>
              </a:lnSpc>
              <a:spcBef>
                <a:spcPts val="2000"/>
              </a:spcBef>
              <a:spcAft>
                <a:spcPts val="0"/>
              </a:spcAft>
              <a:buClr>
                <a:schemeClr val="dk1"/>
              </a:buClr>
              <a:buSzPts val="8000"/>
              <a:buChar char="•"/>
              <a:defRPr sz="8000"/>
            </a:lvl5pPr>
            <a:lvl6pPr indent="-736600" lvl="5" marL="2743200" algn="l">
              <a:lnSpc>
                <a:spcPct val="90000"/>
              </a:lnSpc>
              <a:spcBef>
                <a:spcPts val="2000"/>
              </a:spcBef>
              <a:spcAft>
                <a:spcPts val="0"/>
              </a:spcAft>
              <a:buClr>
                <a:schemeClr val="dk1"/>
              </a:buClr>
              <a:buSzPts val="8000"/>
              <a:buChar char="•"/>
              <a:defRPr sz="8000"/>
            </a:lvl6pPr>
            <a:lvl7pPr indent="-736600" lvl="6" marL="3200400" algn="l">
              <a:lnSpc>
                <a:spcPct val="90000"/>
              </a:lnSpc>
              <a:spcBef>
                <a:spcPts val="2000"/>
              </a:spcBef>
              <a:spcAft>
                <a:spcPts val="0"/>
              </a:spcAft>
              <a:buClr>
                <a:schemeClr val="dk1"/>
              </a:buClr>
              <a:buSzPts val="8000"/>
              <a:buChar char="•"/>
              <a:defRPr sz="8000"/>
            </a:lvl7pPr>
            <a:lvl8pPr indent="-736600" lvl="7" marL="3657600" algn="l">
              <a:lnSpc>
                <a:spcPct val="90000"/>
              </a:lnSpc>
              <a:spcBef>
                <a:spcPts val="2000"/>
              </a:spcBef>
              <a:spcAft>
                <a:spcPts val="0"/>
              </a:spcAft>
              <a:buClr>
                <a:schemeClr val="dk1"/>
              </a:buClr>
              <a:buSzPts val="8000"/>
              <a:buChar char="•"/>
              <a:defRPr sz="8000"/>
            </a:lvl8pPr>
            <a:lvl9pPr indent="-736600" lvl="8" marL="4114800" algn="l">
              <a:lnSpc>
                <a:spcPct val="90000"/>
              </a:lnSpc>
              <a:spcBef>
                <a:spcPts val="2000"/>
              </a:spcBef>
              <a:spcAft>
                <a:spcPts val="0"/>
              </a:spcAft>
              <a:buClr>
                <a:schemeClr val="dk1"/>
              </a:buClr>
              <a:buSzPts val="8000"/>
              <a:buChar char="•"/>
              <a:defRPr sz="8000"/>
            </a:lvl9pPr>
          </a:lstStyle>
          <a:p/>
        </p:txBody>
      </p:sp>
      <p:sp>
        <p:nvSpPr>
          <p:cNvPr id="57" name="Google Shape;57;p10"/>
          <p:cNvSpPr txBox="1"/>
          <p:nvPr>
            <p:ph idx="2" type="body"/>
          </p:nvPr>
        </p:nvSpPr>
        <p:spPr>
          <a:xfrm>
            <a:off x="2519364" y="8778240"/>
            <a:ext cx="11796600" cy="16262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000"/>
              </a:spcBef>
              <a:spcAft>
                <a:spcPts val="0"/>
              </a:spcAft>
              <a:buClr>
                <a:schemeClr val="dk1"/>
              </a:buClr>
              <a:buSzPts val="6400"/>
              <a:buNone/>
              <a:defRPr sz="6400"/>
            </a:lvl1pPr>
            <a:lvl2pPr indent="-228600" lvl="1" marL="914400" algn="l">
              <a:lnSpc>
                <a:spcPct val="90000"/>
              </a:lnSpc>
              <a:spcBef>
                <a:spcPts val="2000"/>
              </a:spcBef>
              <a:spcAft>
                <a:spcPts val="0"/>
              </a:spcAft>
              <a:buClr>
                <a:schemeClr val="dk1"/>
              </a:buClr>
              <a:buSzPts val="5600"/>
              <a:buNone/>
              <a:defRPr sz="5600"/>
            </a:lvl2pPr>
            <a:lvl3pPr indent="-228600" lvl="2" marL="1371600" algn="l">
              <a:lnSpc>
                <a:spcPct val="90000"/>
              </a:lnSpc>
              <a:spcBef>
                <a:spcPts val="2000"/>
              </a:spcBef>
              <a:spcAft>
                <a:spcPts val="0"/>
              </a:spcAft>
              <a:buClr>
                <a:schemeClr val="dk1"/>
              </a:buClr>
              <a:buSzPts val="4800"/>
              <a:buNone/>
              <a:defRPr sz="4800"/>
            </a:lvl3pPr>
            <a:lvl4pPr indent="-228600" lvl="3" marL="1828800" algn="l">
              <a:lnSpc>
                <a:spcPct val="90000"/>
              </a:lnSpc>
              <a:spcBef>
                <a:spcPts val="2000"/>
              </a:spcBef>
              <a:spcAft>
                <a:spcPts val="0"/>
              </a:spcAft>
              <a:buClr>
                <a:schemeClr val="dk1"/>
              </a:buClr>
              <a:buSzPts val="4000"/>
              <a:buNone/>
              <a:defRPr sz="4000"/>
            </a:lvl4pPr>
            <a:lvl5pPr indent="-228600" lvl="4" marL="2286000" algn="l">
              <a:lnSpc>
                <a:spcPct val="90000"/>
              </a:lnSpc>
              <a:spcBef>
                <a:spcPts val="2000"/>
              </a:spcBef>
              <a:spcAft>
                <a:spcPts val="0"/>
              </a:spcAft>
              <a:buClr>
                <a:schemeClr val="dk1"/>
              </a:buClr>
              <a:buSzPts val="4000"/>
              <a:buNone/>
              <a:defRPr sz="4000"/>
            </a:lvl5pPr>
            <a:lvl6pPr indent="-228600" lvl="5" marL="2743200" algn="l">
              <a:lnSpc>
                <a:spcPct val="90000"/>
              </a:lnSpc>
              <a:spcBef>
                <a:spcPts val="2000"/>
              </a:spcBef>
              <a:spcAft>
                <a:spcPts val="0"/>
              </a:spcAft>
              <a:buClr>
                <a:schemeClr val="dk1"/>
              </a:buClr>
              <a:buSzPts val="4000"/>
              <a:buNone/>
              <a:defRPr sz="4000"/>
            </a:lvl6pPr>
            <a:lvl7pPr indent="-228600" lvl="6" marL="3200400" algn="l">
              <a:lnSpc>
                <a:spcPct val="90000"/>
              </a:lnSpc>
              <a:spcBef>
                <a:spcPts val="2000"/>
              </a:spcBef>
              <a:spcAft>
                <a:spcPts val="0"/>
              </a:spcAft>
              <a:buClr>
                <a:schemeClr val="dk1"/>
              </a:buClr>
              <a:buSzPts val="4000"/>
              <a:buNone/>
              <a:defRPr sz="4000"/>
            </a:lvl7pPr>
            <a:lvl8pPr indent="-228600" lvl="7" marL="3657600" algn="l">
              <a:lnSpc>
                <a:spcPct val="90000"/>
              </a:lnSpc>
              <a:spcBef>
                <a:spcPts val="2000"/>
              </a:spcBef>
              <a:spcAft>
                <a:spcPts val="0"/>
              </a:spcAft>
              <a:buClr>
                <a:schemeClr val="dk1"/>
              </a:buClr>
              <a:buSzPts val="4000"/>
              <a:buNone/>
              <a:defRPr sz="4000"/>
            </a:lvl8pPr>
            <a:lvl9pPr indent="-228600" lvl="8" marL="4114800" algn="l">
              <a:lnSpc>
                <a:spcPct val="90000"/>
              </a:lnSpc>
              <a:spcBef>
                <a:spcPts val="2000"/>
              </a:spcBef>
              <a:spcAft>
                <a:spcPts val="0"/>
              </a:spcAft>
              <a:buClr>
                <a:schemeClr val="dk1"/>
              </a:buClr>
              <a:buSzPts val="4000"/>
              <a:buNone/>
              <a:defRPr sz="4000"/>
            </a:lvl9pPr>
          </a:lstStyle>
          <a:p/>
        </p:txBody>
      </p:sp>
      <p:sp>
        <p:nvSpPr>
          <p:cNvPr id="58" name="Google Shape;58;p10"/>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2519364" y="1950720"/>
            <a:ext cx="11796600" cy="6827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2800"/>
              <a:buFont typeface="Calibri"/>
              <a:buNone/>
              <a:defRPr sz="1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15549564" y="4213020"/>
            <a:ext cx="18516600" cy="20794200"/>
          </a:xfrm>
          <a:prstGeom prst="rect">
            <a:avLst/>
          </a:prstGeom>
          <a:noFill/>
          <a:ln>
            <a:noFill/>
          </a:ln>
        </p:spPr>
      </p:sp>
      <p:sp>
        <p:nvSpPr>
          <p:cNvPr id="64" name="Google Shape;64;p11"/>
          <p:cNvSpPr txBox="1"/>
          <p:nvPr>
            <p:ph idx="1" type="body"/>
          </p:nvPr>
        </p:nvSpPr>
        <p:spPr>
          <a:xfrm>
            <a:off x="2519364" y="8778240"/>
            <a:ext cx="11796600" cy="16262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000"/>
              </a:spcBef>
              <a:spcAft>
                <a:spcPts val="0"/>
              </a:spcAft>
              <a:buClr>
                <a:schemeClr val="dk1"/>
              </a:buClr>
              <a:buSzPts val="6400"/>
              <a:buNone/>
              <a:defRPr sz="6400"/>
            </a:lvl1pPr>
            <a:lvl2pPr indent="-228600" lvl="1" marL="914400" algn="l">
              <a:lnSpc>
                <a:spcPct val="90000"/>
              </a:lnSpc>
              <a:spcBef>
                <a:spcPts val="2000"/>
              </a:spcBef>
              <a:spcAft>
                <a:spcPts val="0"/>
              </a:spcAft>
              <a:buClr>
                <a:schemeClr val="dk1"/>
              </a:buClr>
              <a:buSzPts val="5600"/>
              <a:buNone/>
              <a:defRPr sz="5600"/>
            </a:lvl2pPr>
            <a:lvl3pPr indent="-228600" lvl="2" marL="1371600" algn="l">
              <a:lnSpc>
                <a:spcPct val="90000"/>
              </a:lnSpc>
              <a:spcBef>
                <a:spcPts val="2000"/>
              </a:spcBef>
              <a:spcAft>
                <a:spcPts val="0"/>
              </a:spcAft>
              <a:buClr>
                <a:schemeClr val="dk1"/>
              </a:buClr>
              <a:buSzPts val="4800"/>
              <a:buNone/>
              <a:defRPr sz="4800"/>
            </a:lvl3pPr>
            <a:lvl4pPr indent="-228600" lvl="3" marL="1828800" algn="l">
              <a:lnSpc>
                <a:spcPct val="90000"/>
              </a:lnSpc>
              <a:spcBef>
                <a:spcPts val="2000"/>
              </a:spcBef>
              <a:spcAft>
                <a:spcPts val="0"/>
              </a:spcAft>
              <a:buClr>
                <a:schemeClr val="dk1"/>
              </a:buClr>
              <a:buSzPts val="4000"/>
              <a:buNone/>
              <a:defRPr sz="4000"/>
            </a:lvl4pPr>
            <a:lvl5pPr indent="-228600" lvl="4" marL="2286000" algn="l">
              <a:lnSpc>
                <a:spcPct val="90000"/>
              </a:lnSpc>
              <a:spcBef>
                <a:spcPts val="2000"/>
              </a:spcBef>
              <a:spcAft>
                <a:spcPts val="0"/>
              </a:spcAft>
              <a:buClr>
                <a:schemeClr val="dk1"/>
              </a:buClr>
              <a:buSzPts val="4000"/>
              <a:buNone/>
              <a:defRPr sz="4000"/>
            </a:lvl5pPr>
            <a:lvl6pPr indent="-228600" lvl="5" marL="2743200" algn="l">
              <a:lnSpc>
                <a:spcPct val="90000"/>
              </a:lnSpc>
              <a:spcBef>
                <a:spcPts val="2000"/>
              </a:spcBef>
              <a:spcAft>
                <a:spcPts val="0"/>
              </a:spcAft>
              <a:buClr>
                <a:schemeClr val="dk1"/>
              </a:buClr>
              <a:buSzPts val="4000"/>
              <a:buNone/>
              <a:defRPr sz="4000"/>
            </a:lvl6pPr>
            <a:lvl7pPr indent="-228600" lvl="6" marL="3200400" algn="l">
              <a:lnSpc>
                <a:spcPct val="90000"/>
              </a:lnSpc>
              <a:spcBef>
                <a:spcPts val="2000"/>
              </a:spcBef>
              <a:spcAft>
                <a:spcPts val="0"/>
              </a:spcAft>
              <a:buClr>
                <a:schemeClr val="dk1"/>
              </a:buClr>
              <a:buSzPts val="4000"/>
              <a:buNone/>
              <a:defRPr sz="4000"/>
            </a:lvl7pPr>
            <a:lvl8pPr indent="-228600" lvl="7" marL="3657600" algn="l">
              <a:lnSpc>
                <a:spcPct val="90000"/>
              </a:lnSpc>
              <a:spcBef>
                <a:spcPts val="2000"/>
              </a:spcBef>
              <a:spcAft>
                <a:spcPts val="0"/>
              </a:spcAft>
              <a:buClr>
                <a:schemeClr val="dk1"/>
              </a:buClr>
              <a:buSzPts val="4000"/>
              <a:buNone/>
              <a:defRPr sz="4000"/>
            </a:lvl8pPr>
            <a:lvl9pPr indent="-228600" lvl="8" marL="4114800" algn="l">
              <a:lnSpc>
                <a:spcPct val="90000"/>
              </a:lnSpc>
              <a:spcBef>
                <a:spcPts val="2000"/>
              </a:spcBef>
              <a:spcAft>
                <a:spcPts val="0"/>
              </a:spcAft>
              <a:buClr>
                <a:schemeClr val="dk1"/>
              </a:buClr>
              <a:buSzPts val="4000"/>
              <a:buNone/>
              <a:defRPr sz="4000"/>
            </a:lvl9pPr>
          </a:lstStyle>
          <a:p/>
        </p:txBody>
      </p:sp>
      <p:sp>
        <p:nvSpPr>
          <p:cNvPr id="65" name="Google Shape;65;p11"/>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2514600" y="1557873"/>
            <a:ext cx="31546800" cy="5655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9005100" y="1298833"/>
            <a:ext cx="18565800"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000"/>
              </a:spcBef>
              <a:spcAft>
                <a:spcPts val="0"/>
              </a:spcAft>
              <a:buClr>
                <a:schemeClr val="dk1"/>
              </a:buClr>
              <a:buSzPts val="1800"/>
              <a:buChar char="•"/>
              <a:defRPr/>
            </a:lvl1pPr>
            <a:lvl2pPr indent="-342900" lvl="1" marL="914400" algn="l">
              <a:lnSpc>
                <a:spcPct val="90000"/>
              </a:lnSpc>
              <a:spcBef>
                <a:spcPts val="2000"/>
              </a:spcBef>
              <a:spcAft>
                <a:spcPts val="0"/>
              </a:spcAft>
              <a:buClr>
                <a:schemeClr val="dk1"/>
              </a:buClr>
              <a:buSzPts val="1800"/>
              <a:buChar char="•"/>
              <a:defRPr/>
            </a:lvl2pPr>
            <a:lvl3pPr indent="-342900" lvl="2" marL="1371600" algn="l">
              <a:lnSpc>
                <a:spcPct val="90000"/>
              </a:lnSpc>
              <a:spcBef>
                <a:spcPts val="2000"/>
              </a:spcBef>
              <a:spcAft>
                <a:spcPts val="0"/>
              </a:spcAft>
              <a:buClr>
                <a:schemeClr val="dk1"/>
              </a:buClr>
              <a:buSzPts val="1800"/>
              <a:buChar char="•"/>
              <a:defRPr/>
            </a:lvl3pPr>
            <a:lvl4pPr indent="-342900" lvl="3" marL="1828800" algn="l">
              <a:lnSpc>
                <a:spcPct val="90000"/>
              </a:lnSpc>
              <a:spcBef>
                <a:spcPts val="2000"/>
              </a:spcBef>
              <a:spcAft>
                <a:spcPts val="0"/>
              </a:spcAft>
              <a:buClr>
                <a:schemeClr val="dk1"/>
              </a:buClr>
              <a:buSzPts val="1800"/>
              <a:buChar char="•"/>
              <a:defRPr/>
            </a:lvl4pPr>
            <a:lvl5pPr indent="-342900" lvl="4" marL="2286000" algn="l">
              <a:lnSpc>
                <a:spcPct val="90000"/>
              </a:lnSpc>
              <a:spcBef>
                <a:spcPts val="2000"/>
              </a:spcBef>
              <a:spcAft>
                <a:spcPts val="0"/>
              </a:spcAft>
              <a:buClr>
                <a:schemeClr val="dk1"/>
              </a:buClr>
              <a:buSzPts val="1800"/>
              <a:buChar char="•"/>
              <a:defRPr/>
            </a:lvl5pPr>
            <a:lvl6pPr indent="-342900" lvl="5" marL="2743200" algn="l">
              <a:lnSpc>
                <a:spcPct val="90000"/>
              </a:lnSpc>
              <a:spcBef>
                <a:spcPts val="2000"/>
              </a:spcBef>
              <a:spcAft>
                <a:spcPts val="0"/>
              </a:spcAft>
              <a:buClr>
                <a:schemeClr val="dk1"/>
              </a:buClr>
              <a:buSzPts val="1800"/>
              <a:buChar char="•"/>
              <a:defRPr/>
            </a:lvl6pPr>
            <a:lvl7pPr indent="-342900" lvl="6" marL="3200400" algn="l">
              <a:lnSpc>
                <a:spcPct val="90000"/>
              </a:lnSpc>
              <a:spcBef>
                <a:spcPts val="2000"/>
              </a:spcBef>
              <a:spcAft>
                <a:spcPts val="0"/>
              </a:spcAft>
              <a:buClr>
                <a:schemeClr val="dk1"/>
              </a:buClr>
              <a:buSzPts val="1800"/>
              <a:buChar char="•"/>
              <a:defRPr/>
            </a:lvl7pPr>
            <a:lvl8pPr indent="-342900" lvl="7" marL="3657600" algn="l">
              <a:lnSpc>
                <a:spcPct val="90000"/>
              </a:lnSpc>
              <a:spcBef>
                <a:spcPts val="2000"/>
              </a:spcBef>
              <a:spcAft>
                <a:spcPts val="0"/>
              </a:spcAft>
              <a:buClr>
                <a:schemeClr val="dk1"/>
              </a:buClr>
              <a:buSzPts val="1800"/>
              <a:buChar char="•"/>
              <a:defRPr/>
            </a:lvl8pPr>
            <a:lvl9pPr indent="-342900" lvl="8" marL="4114800" algn="l">
              <a:lnSpc>
                <a:spcPct val="90000"/>
              </a:lnSpc>
              <a:spcBef>
                <a:spcPts val="2000"/>
              </a:spcBef>
              <a:spcAft>
                <a:spcPts val="0"/>
              </a:spcAft>
              <a:buClr>
                <a:schemeClr val="dk1"/>
              </a:buClr>
              <a:buSzPts val="1800"/>
              <a:buChar char="•"/>
              <a:defRPr/>
            </a:lvl9pPr>
          </a:lstStyle>
          <a:p/>
        </p:txBody>
      </p:sp>
      <p:sp>
        <p:nvSpPr>
          <p:cNvPr id="71" name="Google Shape;71;p12"/>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17719502" y="10013067"/>
            <a:ext cx="24797100"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1717502" y="2354967"/>
            <a:ext cx="24797100"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4000"/>
              </a:spcBef>
              <a:spcAft>
                <a:spcPts val="0"/>
              </a:spcAft>
              <a:buClr>
                <a:schemeClr val="dk1"/>
              </a:buClr>
              <a:buSzPts val="1800"/>
              <a:buChar char="•"/>
              <a:defRPr/>
            </a:lvl1pPr>
            <a:lvl2pPr indent="-342900" lvl="1" marL="914400" algn="l">
              <a:lnSpc>
                <a:spcPct val="90000"/>
              </a:lnSpc>
              <a:spcBef>
                <a:spcPts val="2000"/>
              </a:spcBef>
              <a:spcAft>
                <a:spcPts val="0"/>
              </a:spcAft>
              <a:buClr>
                <a:schemeClr val="dk1"/>
              </a:buClr>
              <a:buSzPts val="1800"/>
              <a:buChar char="•"/>
              <a:defRPr/>
            </a:lvl2pPr>
            <a:lvl3pPr indent="-342900" lvl="2" marL="1371600" algn="l">
              <a:lnSpc>
                <a:spcPct val="90000"/>
              </a:lnSpc>
              <a:spcBef>
                <a:spcPts val="2000"/>
              </a:spcBef>
              <a:spcAft>
                <a:spcPts val="0"/>
              </a:spcAft>
              <a:buClr>
                <a:schemeClr val="dk1"/>
              </a:buClr>
              <a:buSzPts val="1800"/>
              <a:buChar char="•"/>
              <a:defRPr/>
            </a:lvl3pPr>
            <a:lvl4pPr indent="-342900" lvl="3" marL="1828800" algn="l">
              <a:lnSpc>
                <a:spcPct val="90000"/>
              </a:lnSpc>
              <a:spcBef>
                <a:spcPts val="2000"/>
              </a:spcBef>
              <a:spcAft>
                <a:spcPts val="0"/>
              </a:spcAft>
              <a:buClr>
                <a:schemeClr val="dk1"/>
              </a:buClr>
              <a:buSzPts val="1800"/>
              <a:buChar char="•"/>
              <a:defRPr/>
            </a:lvl4pPr>
            <a:lvl5pPr indent="-342900" lvl="4" marL="2286000" algn="l">
              <a:lnSpc>
                <a:spcPct val="90000"/>
              </a:lnSpc>
              <a:spcBef>
                <a:spcPts val="2000"/>
              </a:spcBef>
              <a:spcAft>
                <a:spcPts val="0"/>
              </a:spcAft>
              <a:buClr>
                <a:schemeClr val="dk1"/>
              </a:buClr>
              <a:buSzPts val="1800"/>
              <a:buChar char="•"/>
              <a:defRPr/>
            </a:lvl5pPr>
            <a:lvl6pPr indent="-342900" lvl="5" marL="2743200" algn="l">
              <a:lnSpc>
                <a:spcPct val="90000"/>
              </a:lnSpc>
              <a:spcBef>
                <a:spcPts val="2000"/>
              </a:spcBef>
              <a:spcAft>
                <a:spcPts val="0"/>
              </a:spcAft>
              <a:buClr>
                <a:schemeClr val="dk1"/>
              </a:buClr>
              <a:buSzPts val="1800"/>
              <a:buChar char="•"/>
              <a:defRPr/>
            </a:lvl6pPr>
            <a:lvl7pPr indent="-342900" lvl="6" marL="3200400" algn="l">
              <a:lnSpc>
                <a:spcPct val="90000"/>
              </a:lnSpc>
              <a:spcBef>
                <a:spcPts val="2000"/>
              </a:spcBef>
              <a:spcAft>
                <a:spcPts val="0"/>
              </a:spcAft>
              <a:buClr>
                <a:schemeClr val="dk1"/>
              </a:buClr>
              <a:buSzPts val="1800"/>
              <a:buChar char="•"/>
              <a:defRPr/>
            </a:lvl7pPr>
            <a:lvl8pPr indent="-342900" lvl="7" marL="3657600" algn="l">
              <a:lnSpc>
                <a:spcPct val="90000"/>
              </a:lnSpc>
              <a:spcBef>
                <a:spcPts val="2000"/>
              </a:spcBef>
              <a:spcAft>
                <a:spcPts val="0"/>
              </a:spcAft>
              <a:buClr>
                <a:schemeClr val="dk1"/>
              </a:buClr>
              <a:buSzPts val="1800"/>
              <a:buChar char="•"/>
              <a:defRPr/>
            </a:lvl8pPr>
            <a:lvl9pPr indent="-342900" lvl="8" marL="4114800" algn="l">
              <a:lnSpc>
                <a:spcPct val="90000"/>
              </a:lnSpc>
              <a:spcBef>
                <a:spcPts val="2000"/>
              </a:spcBef>
              <a:spcAft>
                <a:spcPts val="0"/>
              </a:spcAft>
              <a:buClr>
                <a:schemeClr val="dk1"/>
              </a:buClr>
              <a:buSzPts val="1800"/>
              <a:buChar char="•"/>
              <a:defRPr/>
            </a:lvl9pPr>
          </a:lstStyle>
          <a:p/>
        </p:txBody>
      </p:sp>
      <p:sp>
        <p:nvSpPr>
          <p:cNvPr id="77" name="Google Shape;77;p13"/>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514600" y="1557873"/>
            <a:ext cx="31546800" cy="5655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7600"/>
              <a:buFont typeface="Calibri"/>
              <a:buNone/>
              <a:defRPr b="0" i="0" sz="176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2514600" y="7789333"/>
            <a:ext cx="31546800" cy="18565800"/>
          </a:xfrm>
          <a:prstGeom prst="rect">
            <a:avLst/>
          </a:prstGeom>
          <a:noFill/>
          <a:ln>
            <a:noFill/>
          </a:ln>
        </p:spPr>
        <p:txBody>
          <a:bodyPr anchorCtr="0" anchor="t" bIns="45700" lIns="91425" spcFirstLastPara="1" rIns="91425" wrap="square" tIns="45700">
            <a:normAutofit/>
          </a:bodyPr>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2514600" y="27120433"/>
            <a:ext cx="8229600" cy="1557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2115800" y="27120433"/>
            <a:ext cx="12344400" cy="1557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25831800" y="27120433"/>
            <a:ext cx="8229600" cy="1557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3.png"/><Relationship Id="rId13" Type="http://schemas.openxmlformats.org/officeDocument/2006/relationships/image" Target="../media/image5.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9.png"/><Relationship Id="rId9" Type="http://schemas.openxmlformats.org/officeDocument/2006/relationships/image" Target="../media/image14.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11.png"/><Relationship Id="rId8"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9150"/>
            <a:ext cx="36576000" cy="27705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txBox="1"/>
          <p:nvPr/>
        </p:nvSpPr>
        <p:spPr>
          <a:xfrm>
            <a:off x="208029" y="227026"/>
            <a:ext cx="32063700" cy="1262100"/>
          </a:xfrm>
          <a:prstGeom prst="rect">
            <a:avLst/>
          </a:prstGeom>
          <a:noFill/>
          <a:ln>
            <a:noFill/>
          </a:ln>
        </p:spPr>
        <p:txBody>
          <a:bodyPr anchorCtr="0" anchor="ctr" bIns="45700" lIns="91425" spcFirstLastPara="1" rIns="91425" wrap="square" tIns="45700">
            <a:spAutoFit/>
          </a:bodyPr>
          <a:lstStyle/>
          <a:p>
            <a:pPr indent="0" lvl="0" marL="0" marR="0" rtl="0" algn="l">
              <a:lnSpc>
                <a:spcPct val="112500"/>
              </a:lnSpc>
              <a:spcBef>
                <a:spcPts val="0"/>
              </a:spcBef>
              <a:spcAft>
                <a:spcPts val="0"/>
              </a:spcAft>
              <a:buNone/>
            </a:pPr>
            <a:r>
              <a:rPr b="1" lang="en-US" sz="7600">
                <a:solidFill>
                  <a:schemeClr val="lt1"/>
                </a:solidFill>
                <a:latin typeface="Rajdhani"/>
                <a:ea typeface="Rajdhani"/>
                <a:cs typeface="Rajdhani"/>
                <a:sym typeface="Rajdhani"/>
              </a:rPr>
              <a:t>AP</a:t>
            </a:r>
            <a:r>
              <a:rPr b="1" lang="en-US" sz="7600">
                <a:solidFill>
                  <a:schemeClr val="lt1"/>
                </a:solidFill>
                <a:latin typeface="Rajdhani"/>
                <a:ea typeface="Rajdhani"/>
                <a:cs typeface="Rajdhani"/>
                <a:sym typeface="Rajdhani"/>
                <a:extLst>
                  <a:ext uri="http://customooxmlschemas.google.com/">
                    <go:slidesCustomData xmlns:go="http://customooxmlschemas.google.com/" textRoundtripDataId="0"/>
                  </a:ext>
                </a:extLst>
              </a:rPr>
              <a:t>PROACHES</a:t>
            </a:r>
            <a:r>
              <a:rPr b="1" lang="en-US" sz="7600">
                <a:solidFill>
                  <a:schemeClr val="lt1"/>
                </a:solidFill>
                <a:latin typeface="Rajdhani"/>
                <a:ea typeface="Rajdhani"/>
                <a:cs typeface="Rajdhani"/>
                <a:sym typeface="Rajdhani"/>
              </a:rPr>
              <a:t> FOR DECREASING VIBRATIONS IN A </a:t>
            </a:r>
            <a:r>
              <a:rPr b="1" lang="en-US" sz="7600">
                <a:solidFill>
                  <a:schemeClr val="lt1"/>
                </a:solidFill>
                <a:latin typeface="Rajdhani"/>
                <a:ea typeface="Rajdhani"/>
                <a:cs typeface="Rajdhani"/>
                <a:sym typeface="Rajdhani"/>
                <a:extLst>
                  <a:ext uri="http://customooxmlschemas.google.com/">
                    <go:slidesCustomData xmlns:go="http://customooxmlschemas.google.com/" textRoundtripDataId="1"/>
                  </a:ext>
                </a:extLst>
              </a:rPr>
              <a:t>MOTOR</a:t>
            </a:r>
            <a:r>
              <a:rPr b="1" lang="en-US" sz="7600">
                <a:solidFill>
                  <a:schemeClr val="lt1"/>
                </a:solidFill>
                <a:latin typeface="Rajdhani"/>
                <a:ea typeface="Rajdhani"/>
                <a:cs typeface="Rajdhani"/>
                <a:sym typeface="Rajdhani"/>
              </a:rPr>
              <a:t>/DRIVE-AXLE MODEL</a:t>
            </a:r>
            <a:endParaRPr b="1" sz="1000">
              <a:latin typeface="Rajdhani"/>
              <a:ea typeface="Rajdhani"/>
              <a:cs typeface="Rajdhani"/>
              <a:sym typeface="Rajdhani"/>
            </a:endParaRPr>
          </a:p>
        </p:txBody>
      </p:sp>
      <p:sp>
        <p:nvSpPr>
          <p:cNvPr id="86" name="Google Shape;86;p1"/>
          <p:cNvSpPr/>
          <p:nvPr/>
        </p:nvSpPr>
        <p:spPr>
          <a:xfrm>
            <a:off x="358424" y="1310183"/>
            <a:ext cx="15832800" cy="1323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Times New Roman"/>
              <a:buNone/>
            </a:pPr>
            <a:r>
              <a:rPr i="1" lang="en-US" sz="4100">
                <a:solidFill>
                  <a:schemeClr val="lt1"/>
                </a:solidFill>
                <a:latin typeface="Times New Roman"/>
                <a:ea typeface="Times New Roman"/>
                <a:cs typeface="Times New Roman"/>
                <a:sym typeface="Times New Roman"/>
              </a:rPr>
              <a:t>Arianna Contaldi</a:t>
            </a:r>
            <a:r>
              <a:rPr b="0" i="1" lang="en-US" sz="4100" u="none" cap="none" strike="noStrike">
                <a:solidFill>
                  <a:schemeClr val="lt1"/>
                </a:solidFill>
                <a:latin typeface="Times New Roman"/>
                <a:ea typeface="Times New Roman"/>
                <a:cs typeface="Times New Roman"/>
                <a:sym typeface="Times New Roman"/>
              </a:rPr>
              <a:t>, </a:t>
            </a:r>
            <a:r>
              <a:rPr i="1" lang="en-US" sz="4100">
                <a:solidFill>
                  <a:schemeClr val="lt1"/>
                </a:solidFill>
                <a:latin typeface="Times New Roman"/>
                <a:ea typeface="Times New Roman"/>
                <a:cs typeface="Times New Roman"/>
                <a:sym typeface="Times New Roman"/>
              </a:rPr>
              <a:t>Michael Mancuso</a:t>
            </a:r>
            <a:r>
              <a:rPr b="0" i="1" lang="en-US" sz="4100" u="none" cap="none" strike="noStrike">
                <a:solidFill>
                  <a:schemeClr val="lt1"/>
                </a:solidFill>
                <a:latin typeface="Times New Roman"/>
                <a:ea typeface="Times New Roman"/>
                <a:cs typeface="Times New Roman"/>
                <a:sym typeface="Times New Roman"/>
              </a:rPr>
              <a:t>, </a:t>
            </a:r>
            <a:r>
              <a:rPr i="1" lang="en-US" sz="4100">
                <a:solidFill>
                  <a:schemeClr val="lt1"/>
                </a:solidFill>
                <a:latin typeface="Times New Roman"/>
                <a:ea typeface="Times New Roman"/>
                <a:cs typeface="Times New Roman"/>
                <a:sym typeface="Times New Roman"/>
              </a:rPr>
              <a:t>Koda Mitsuhashi</a:t>
            </a:r>
            <a:r>
              <a:rPr b="0" i="1" lang="en-US" sz="4100" u="none" cap="none" strike="noStrike">
                <a:solidFill>
                  <a:schemeClr val="lt1"/>
                </a:solidFill>
                <a:latin typeface="Times New Roman"/>
                <a:ea typeface="Times New Roman"/>
                <a:cs typeface="Times New Roman"/>
                <a:sym typeface="Times New Roman"/>
              </a:rPr>
              <a:t>, </a:t>
            </a:r>
            <a:r>
              <a:rPr i="1" lang="en-US" sz="4100">
                <a:solidFill>
                  <a:schemeClr val="lt1"/>
                </a:solidFill>
                <a:latin typeface="Times New Roman"/>
                <a:ea typeface="Times New Roman"/>
                <a:cs typeface="Times New Roman"/>
                <a:sym typeface="Times New Roman"/>
              </a:rPr>
              <a:t>Luisa Tambellini</a:t>
            </a:r>
            <a:r>
              <a:rPr b="0" i="1" lang="en-US" sz="4100" u="none" cap="none" strike="noStrike">
                <a:solidFill>
                  <a:schemeClr val="lt1"/>
                </a:solidFill>
                <a:latin typeface="Times New Roman"/>
                <a:ea typeface="Times New Roman"/>
                <a:cs typeface="Times New Roman"/>
                <a:sym typeface="Times New Roman"/>
              </a:rPr>
              <a:t> </a:t>
            </a:r>
            <a:endParaRPr i="1" sz="4100"/>
          </a:p>
          <a:p>
            <a:pPr indent="0" lvl="0" marL="0" marR="0" rtl="0" algn="l">
              <a:lnSpc>
                <a:spcPct val="100000"/>
              </a:lnSpc>
              <a:spcBef>
                <a:spcPts val="0"/>
              </a:spcBef>
              <a:spcAft>
                <a:spcPts val="0"/>
              </a:spcAft>
              <a:buClr>
                <a:schemeClr val="lt1"/>
              </a:buClr>
              <a:buSzPts val="4000"/>
              <a:buFont typeface="Times New Roman"/>
              <a:buNone/>
            </a:pPr>
            <a:r>
              <a:rPr lang="en-US" sz="3700">
                <a:solidFill>
                  <a:schemeClr val="lt1"/>
                </a:solidFill>
                <a:latin typeface="Times New Roman"/>
                <a:ea typeface="Times New Roman"/>
                <a:cs typeface="Times New Roman"/>
                <a:sym typeface="Times New Roman"/>
              </a:rPr>
              <a:t>Wolverine Dynamics, Inc. — MECHENG 450</a:t>
            </a:r>
            <a:endParaRPr sz="3700"/>
          </a:p>
        </p:txBody>
      </p:sp>
      <p:sp>
        <p:nvSpPr>
          <p:cNvPr id="87" name="Google Shape;87;p1"/>
          <p:cNvSpPr/>
          <p:nvPr/>
        </p:nvSpPr>
        <p:spPr>
          <a:xfrm>
            <a:off x="355992" y="28307467"/>
            <a:ext cx="11964300" cy="7161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100"/>
              <a:buFont typeface="Times New Roman"/>
              <a:buNone/>
            </a:pPr>
            <a:r>
              <a:rPr b="1" lang="en-US" sz="2100">
                <a:solidFill>
                  <a:schemeClr val="dk1"/>
                </a:solidFill>
                <a:latin typeface="Times New Roman"/>
                <a:ea typeface="Times New Roman"/>
                <a:cs typeface="Times New Roman"/>
                <a:sym typeface="Times New Roman"/>
              </a:rPr>
              <a:t>Figure 2 – Labeled Diagram of the Experimental Setup</a:t>
            </a:r>
            <a:endParaRPr b="0" i="0" sz="2100" u="none" cap="none" strike="noStrike">
              <a:solidFill>
                <a:schemeClr val="dk1"/>
              </a:solidFill>
              <a:latin typeface="Times New Roman"/>
              <a:ea typeface="Times New Roman"/>
              <a:cs typeface="Times New Roman"/>
              <a:sym typeface="Times New Roman"/>
            </a:endParaRPr>
          </a:p>
        </p:txBody>
      </p:sp>
      <p:sp>
        <p:nvSpPr>
          <p:cNvPr id="88" name="Google Shape;88;p1"/>
          <p:cNvSpPr/>
          <p:nvPr/>
        </p:nvSpPr>
        <p:spPr>
          <a:xfrm>
            <a:off x="13053125" y="20871050"/>
            <a:ext cx="12263700" cy="2172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2900">
                <a:solidFill>
                  <a:schemeClr val="dk1"/>
                </a:solidFill>
                <a:latin typeface="Times New Roman"/>
                <a:ea typeface="Times New Roman"/>
                <a:cs typeface="Times New Roman"/>
                <a:sym typeface="Times New Roman"/>
              </a:rPr>
              <a:t>After sweeping a range of sinusoidal current/voltage inputs, the resonant frequency of the entire system was found to be somewhere between 5 and 7 Hz. The magnitude of the peak (around 5.7Hz) was found to be around </a:t>
            </a:r>
            <a:r>
              <a:rPr b="1" lang="en-US" sz="2900">
                <a:solidFill>
                  <a:schemeClr val="dk1"/>
                </a:solidFill>
                <a:latin typeface="Times New Roman"/>
                <a:ea typeface="Times New Roman"/>
                <a:cs typeface="Times New Roman"/>
                <a:sym typeface="Times New Roman"/>
              </a:rPr>
              <a:t>X</a:t>
            </a:r>
            <a:r>
              <a:rPr lang="en-US" sz="2900">
                <a:solidFill>
                  <a:schemeClr val="dk1"/>
                </a:solidFill>
                <a:latin typeface="Times New Roman"/>
                <a:ea typeface="Times New Roman"/>
                <a:cs typeface="Times New Roman"/>
                <a:sym typeface="Times New Roman"/>
              </a:rPr>
              <a:t> dB, meaning our solution space needs to peak somewhere below </a:t>
            </a:r>
            <a:r>
              <a:rPr b="1" lang="en-US" sz="2900">
                <a:solidFill>
                  <a:schemeClr val="dk1"/>
                </a:solidFill>
                <a:latin typeface="Times New Roman"/>
                <a:ea typeface="Times New Roman"/>
                <a:cs typeface="Times New Roman"/>
                <a:sym typeface="Times New Roman"/>
              </a:rPr>
              <a:t>X</a:t>
            </a:r>
            <a:r>
              <a:rPr lang="en-US" sz="2900">
                <a:solidFill>
                  <a:schemeClr val="dk1"/>
                </a:solidFill>
                <a:latin typeface="Times New Roman"/>
                <a:ea typeface="Times New Roman"/>
                <a:cs typeface="Times New Roman"/>
                <a:sym typeface="Times New Roman"/>
              </a:rPr>
              <a:t> dB (Figure X).</a:t>
            </a:r>
            <a:endParaRPr sz="2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100"/>
              <a:buFont typeface="Times New Roman"/>
              <a:buNone/>
            </a:pPr>
            <a:r>
              <a:t/>
            </a:r>
            <a:endParaRPr sz="2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100"/>
              <a:buFont typeface="Times New Roman"/>
              <a:buNone/>
            </a:pPr>
            <a:r>
              <a:rPr lang="en-US" sz="2900">
                <a:solidFill>
                  <a:schemeClr val="dk1"/>
                </a:solidFill>
                <a:latin typeface="Times New Roman"/>
                <a:ea typeface="Times New Roman"/>
                <a:cs typeface="Times New Roman"/>
                <a:sym typeface="Times New Roman"/>
              </a:rPr>
              <a:t>Figure X compares the bode plots recorded from the experimental data and found </a:t>
            </a:r>
            <a:r>
              <a:rPr lang="en-US" sz="2900">
                <a:solidFill>
                  <a:schemeClr val="dk1"/>
                </a:solidFill>
                <a:latin typeface="Times New Roman"/>
                <a:ea typeface="Times New Roman"/>
                <a:cs typeface="Times New Roman"/>
                <a:sym typeface="Times New Roman"/>
              </a:rPr>
              <a:t>mathematical</a:t>
            </a:r>
            <a:r>
              <a:rPr lang="en-US" sz="2900">
                <a:solidFill>
                  <a:schemeClr val="dk1"/>
                </a:solidFill>
                <a:latin typeface="Times New Roman"/>
                <a:ea typeface="Times New Roman"/>
                <a:cs typeface="Times New Roman"/>
                <a:sym typeface="Times New Roman"/>
              </a:rPr>
              <a:t> transfer function relationship of the system using the validated K</a:t>
            </a:r>
            <a:r>
              <a:rPr baseline="-25000" lang="en-US" sz="2900">
                <a:solidFill>
                  <a:schemeClr val="dk1"/>
                </a:solidFill>
                <a:latin typeface="Times New Roman"/>
                <a:ea typeface="Times New Roman"/>
                <a:cs typeface="Times New Roman"/>
                <a:sym typeface="Times New Roman"/>
              </a:rPr>
              <a:t>m</a:t>
            </a:r>
            <a:r>
              <a:rPr lang="en-US" sz="2900">
                <a:solidFill>
                  <a:schemeClr val="dk1"/>
                </a:solidFill>
                <a:latin typeface="Times New Roman"/>
                <a:ea typeface="Times New Roman"/>
                <a:cs typeface="Times New Roman"/>
                <a:sym typeface="Times New Roman"/>
              </a:rPr>
              <a:t>, R</a:t>
            </a:r>
            <a:r>
              <a:rPr baseline="-25000" lang="en-US" sz="2900">
                <a:solidFill>
                  <a:schemeClr val="dk1"/>
                </a:solidFill>
                <a:latin typeface="Times New Roman"/>
                <a:ea typeface="Times New Roman"/>
                <a:cs typeface="Times New Roman"/>
                <a:sym typeface="Times New Roman"/>
              </a:rPr>
              <a:t>m</a:t>
            </a:r>
            <a:r>
              <a:rPr lang="en-US" sz="2900">
                <a:solidFill>
                  <a:schemeClr val="dk1"/>
                </a:solidFill>
                <a:latin typeface="Times New Roman"/>
                <a:ea typeface="Times New Roman"/>
                <a:cs typeface="Times New Roman"/>
                <a:sym typeface="Times New Roman"/>
              </a:rPr>
              <a:t>, and the damping coefficient of the motor, shaft and bearings from analysing the system response </a:t>
            </a:r>
            <a:endParaRPr sz="2900">
              <a:solidFill>
                <a:schemeClr val="dk1"/>
              </a:solidFill>
              <a:latin typeface="Times New Roman"/>
              <a:ea typeface="Times New Roman"/>
              <a:cs typeface="Times New Roman"/>
              <a:sym typeface="Times New Roman"/>
            </a:endParaRPr>
          </a:p>
        </p:txBody>
      </p:sp>
      <p:sp>
        <p:nvSpPr>
          <p:cNvPr id="89" name="Google Shape;89;p1"/>
          <p:cNvSpPr/>
          <p:nvPr/>
        </p:nvSpPr>
        <p:spPr>
          <a:xfrm>
            <a:off x="457199" y="3016255"/>
            <a:ext cx="11973600" cy="7314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INTRODUCTION</a:t>
            </a:r>
            <a:endParaRPr sz="1300">
              <a:latin typeface="Rajdhani SemiBold"/>
              <a:ea typeface="Rajdhani SemiBold"/>
              <a:cs typeface="Rajdhani SemiBold"/>
              <a:sym typeface="Rajdhani SemiBold"/>
            </a:endParaRPr>
          </a:p>
        </p:txBody>
      </p:sp>
      <p:sp>
        <p:nvSpPr>
          <p:cNvPr id="90" name="Google Shape;90;p1"/>
          <p:cNvSpPr/>
          <p:nvPr/>
        </p:nvSpPr>
        <p:spPr>
          <a:xfrm>
            <a:off x="466490" y="6440650"/>
            <a:ext cx="11964300" cy="7314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OBJECTIVES</a:t>
            </a:r>
            <a:endParaRPr sz="1300">
              <a:latin typeface="Rajdhani SemiBold"/>
              <a:ea typeface="Rajdhani SemiBold"/>
              <a:cs typeface="Rajdhani SemiBold"/>
              <a:sym typeface="Rajdhani SemiBold"/>
            </a:endParaRPr>
          </a:p>
        </p:txBody>
      </p:sp>
      <p:sp>
        <p:nvSpPr>
          <p:cNvPr id="91" name="Google Shape;91;p1"/>
          <p:cNvSpPr/>
          <p:nvPr/>
        </p:nvSpPr>
        <p:spPr>
          <a:xfrm>
            <a:off x="457195" y="16556370"/>
            <a:ext cx="11973600" cy="7314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OVERVIEW OF EXPERIMENTAL SETUP</a:t>
            </a:r>
            <a:endParaRPr sz="1300">
              <a:latin typeface="Rajdhani SemiBold"/>
              <a:ea typeface="Rajdhani SemiBold"/>
              <a:cs typeface="Rajdhani SemiBold"/>
              <a:sym typeface="Rajdhani SemiBold"/>
            </a:endParaRPr>
          </a:p>
        </p:txBody>
      </p:sp>
      <p:sp>
        <p:nvSpPr>
          <p:cNvPr id="92" name="Google Shape;92;p1"/>
          <p:cNvSpPr/>
          <p:nvPr/>
        </p:nvSpPr>
        <p:spPr>
          <a:xfrm>
            <a:off x="26148862" y="20519041"/>
            <a:ext cx="10058400" cy="7314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RECOMMENDATIONS</a:t>
            </a:r>
            <a:endParaRPr sz="1300">
              <a:latin typeface="Rajdhani SemiBold"/>
              <a:ea typeface="Rajdhani SemiBold"/>
              <a:cs typeface="Rajdhani SemiBold"/>
              <a:sym typeface="Rajdhani SemiBold"/>
            </a:endParaRPr>
          </a:p>
        </p:txBody>
      </p:sp>
      <p:sp>
        <p:nvSpPr>
          <p:cNvPr id="93" name="Google Shape;93;p1"/>
          <p:cNvSpPr/>
          <p:nvPr/>
        </p:nvSpPr>
        <p:spPr>
          <a:xfrm>
            <a:off x="26058225" y="19393725"/>
            <a:ext cx="10058400" cy="970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2100"/>
              <a:buFont typeface="Times New Roman"/>
              <a:buNone/>
            </a:pPr>
            <a:r>
              <a:rPr b="1" lang="en-US" sz="2100">
                <a:solidFill>
                  <a:schemeClr val="dk1"/>
                </a:solidFill>
                <a:latin typeface="Times New Roman"/>
                <a:ea typeface="Times New Roman"/>
                <a:cs typeface="Times New Roman"/>
                <a:sym typeface="Times New Roman"/>
              </a:rPr>
              <a:t>Figure 4 - Analysis of alternate system dimensions’ effect on vibrations</a:t>
            </a:r>
            <a:endParaRPr b="0" i="0" sz="2100" u="none" cap="none" strike="noStrike">
              <a:solidFill>
                <a:schemeClr val="dk1"/>
              </a:solidFill>
              <a:latin typeface="Times New Roman"/>
              <a:ea typeface="Times New Roman"/>
              <a:cs typeface="Times New Roman"/>
              <a:sym typeface="Times New Roman"/>
            </a:endParaRPr>
          </a:p>
        </p:txBody>
      </p:sp>
      <p:sp>
        <p:nvSpPr>
          <p:cNvPr id="94" name="Google Shape;94;p1"/>
          <p:cNvSpPr txBox="1"/>
          <p:nvPr/>
        </p:nvSpPr>
        <p:spPr>
          <a:xfrm>
            <a:off x="2314058" y="15794533"/>
            <a:ext cx="63642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a:solidFill>
                  <a:schemeClr val="dk1"/>
                </a:solidFill>
                <a:latin typeface="Times New Roman"/>
                <a:ea typeface="Times New Roman"/>
                <a:cs typeface="Times New Roman"/>
                <a:sym typeface="Times New Roman"/>
              </a:rPr>
              <a:t>Figure 1 – </a:t>
            </a:r>
            <a:r>
              <a:rPr b="1" i="1" lang="en-US" sz="2100">
                <a:solidFill>
                  <a:schemeClr val="dk1"/>
                </a:solidFill>
                <a:latin typeface="Times New Roman"/>
                <a:ea typeface="Times New Roman"/>
                <a:cs typeface="Times New Roman"/>
                <a:sym typeface="Times New Roman"/>
              </a:rPr>
              <a:t>Wolverine Dynamics</a:t>
            </a:r>
            <a:r>
              <a:rPr b="1" lang="en-US" sz="2100">
                <a:solidFill>
                  <a:schemeClr val="dk1"/>
                </a:solidFill>
                <a:latin typeface="Times New Roman"/>
                <a:ea typeface="Times New Roman"/>
                <a:cs typeface="Times New Roman"/>
                <a:sym typeface="Times New Roman"/>
              </a:rPr>
              <a:t> design process</a:t>
            </a:r>
            <a:endParaRPr/>
          </a:p>
        </p:txBody>
      </p:sp>
      <p:sp>
        <p:nvSpPr>
          <p:cNvPr id="95" name="Google Shape;95;p1"/>
          <p:cNvSpPr/>
          <p:nvPr/>
        </p:nvSpPr>
        <p:spPr>
          <a:xfrm>
            <a:off x="13005762" y="12611664"/>
            <a:ext cx="12263700" cy="7161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RESONANCE</a:t>
            </a:r>
            <a:r>
              <a:rPr lang="en-US" sz="4900">
                <a:solidFill>
                  <a:schemeClr val="lt1"/>
                </a:solidFill>
                <a:latin typeface="Rajdhani SemiBold"/>
                <a:ea typeface="Rajdhani SemiBold"/>
                <a:cs typeface="Rajdhani SemiBold"/>
                <a:sym typeface="Rajdhani SemiBold"/>
              </a:rPr>
              <a:t> OF SYSTEM &amp; FINAL MODEL</a:t>
            </a:r>
            <a:endParaRPr sz="1300">
              <a:latin typeface="Rajdhani SemiBold"/>
              <a:ea typeface="Rajdhani SemiBold"/>
              <a:cs typeface="Rajdhani SemiBold"/>
              <a:sym typeface="Rajdhani SemiBold"/>
            </a:endParaRPr>
          </a:p>
        </p:txBody>
      </p:sp>
      <p:sp>
        <p:nvSpPr>
          <p:cNvPr id="96" name="Google Shape;96;p1"/>
          <p:cNvSpPr/>
          <p:nvPr/>
        </p:nvSpPr>
        <p:spPr>
          <a:xfrm>
            <a:off x="26153026" y="3016254"/>
            <a:ext cx="10058400" cy="7161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ASSUMPTIONS &amp; SIMPLIFICATIONS </a:t>
            </a:r>
            <a:endParaRPr sz="1300">
              <a:latin typeface="Rajdhani SemiBold"/>
              <a:ea typeface="Rajdhani SemiBold"/>
              <a:cs typeface="Rajdhani SemiBold"/>
              <a:sym typeface="Rajdhani SemiBold"/>
            </a:endParaRPr>
          </a:p>
        </p:txBody>
      </p:sp>
      <p:sp>
        <p:nvSpPr>
          <p:cNvPr id="97" name="Google Shape;97;p1"/>
          <p:cNvSpPr/>
          <p:nvPr/>
        </p:nvSpPr>
        <p:spPr>
          <a:xfrm>
            <a:off x="26148843" y="8278245"/>
            <a:ext cx="10058400" cy="7161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FINDINGS</a:t>
            </a:r>
            <a:endParaRPr sz="1300">
              <a:latin typeface="Rajdhani SemiBold"/>
              <a:ea typeface="Rajdhani SemiBold"/>
              <a:cs typeface="Rajdhani SemiBold"/>
              <a:sym typeface="Rajdhani SemiBold"/>
            </a:endParaRPr>
          </a:p>
        </p:txBody>
      </p:sp>
      <p:sp>
        <p:nvSpPr>
          <p:cNvPr id="98" name="Google Shape;98;p1"/>
          <p:cNvSpPr/>
          <p:nvPr/>
        </p:nvSpPr>
        <p:spPr>
          <a:xfrm>
            <a:off x="25952975" y="20618675"/>
            <a:ext cx="10258500" cy="2172000"/>
          </a:xfrm>
          <a:prstGeom prst="rect">
            <a:avLst/>
          </a:prstGeom>
          <a:noFill/>
          <a:ln>
            <a:noFill/>
          </a:ln>
        </p:spPr>
        <p:txBody>
          <a:bodyPr anchorCtr="0" anchor="ctr" bIns="45700" lIns="91425" spcFirstLastPara="1" rIns="91425" wrap="square" tIns="45700">
            <a:spAutoFit/>
          </a:bodyPr>
          <a:lstStyle/>
          <a:p>
            <a:pPr indent="0" lvl="0" marL="457200" marR="0" rtl="0" algn="l">
              <a:spcBef>
                <a:spcPts val="0"/>
              </a:spcBef>
              <a:spcAft>
                <a:spcPts val="0"/>
              </a:spcAft>
              <a:buNone/>
            </a:pPr>
            <a:r>
              <a:rPr lang="en-US" sz="2900">
                <a:latin typeface="Times New Roman"/>
                <a:ea typeface="Times New Roman"/>
                <a:cs typeface="Times New Roman"/>
                <a:sym typeface="Times New Roman"/>
              </a:rPr>
              <a:t>Our </a:t>
            </a:r>
            <a:r>
              <a:rPr lang="en-US" sz="2900">
                <a:latin typeface="Times New Roman"/>
                <a:ea typeface="Times New Roman"/>
                <a:cs typeface="Times New Roman"/>
                <a:sym typeface="Times New Roman"/>
              </a:rPr>
              <a:t>recommendation </a:t>
            </a:r>
            <a:r>
              <a:rPr lang="en-US" sz="2900">
                <a:latin typeface="Times New Roman"/>
                <a:ea typeface="Times New Roman"/>
                <a:cs typeface="Times New Roman"/>
                <a:sym typeface="Times New Roman"/>
              </a:rPr>
              <a:t>to decrease </a:t>
            </a:r>
            <a:endParaRPr i="0" sz="2900" u="none" strike="noStrike">
              <a:solidFill>
                <a:srgbClr val="000000"/>
              </a:solidFill>
              <a:latin typeface="Times New Roman"/>
              <a:ea typeface="Times New Roman"/>
              <a:cs typeface="Times New Roman"/>
              <a:sym typeface="Times New Roman"/>
            </a:endParaRPr>
          </a:p>
        </p:txBody>
      </p:sp>
      <p:sp>
        <p:nvSpPr>
          <p:cNvPr id="99" name="Google Shape;99;p1"/>
          <p:cNvSpPr txBox="1"/>
          <p:nvPr/>
        </p:nvSpPr>
        <p:spPr>
          <a:xfrm>
            <a:off x="457200" y="7187930"/>
            <a:ext cx="11973600" cy="7234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900">
                <a:solidFill>
                  <a:schemeClr val="dk1"/>
                </a:solidFill>
                <a:latin typeface="Times New Roman"/>
                <a:ea typeface="Times New Roman"/>
                <a:cs typeface="Times New Roman"/>
                <a:sym typeface="Times New Roman"/>
              </a:rPr>
              <a:t>Our team at </a:t>
            </a:r>
            <a:r>
              <a:rPr i="1" lang="en-US" sz="2900">
                <a:solidFill>
                  <a:schemeClr val="dk1"/>
                </a:solidFill>
                <a:latin typeface="Times New Roman"/>
                <a:ea typeface="Times New Roman"/>
                <a:cs typeface="Times New Roman"/>
                <a:sym typeface="Times New Roman"/>
              </a:rPr>
              <a:t>Wolverine Dynamics, Inc.</a:t>
            </a:r>
            <a:r>
              <a:rPr lang="en-US" sz="2900">
                <a:solidFill>
                  <a:schemeClr val="dk1"/>
                </a:solidFill>
                <a:latin typeface="Times New Roman"/>
                <a:ea typeface="Times New Roman"/>
                <a:cs typeface="Times New Roman"/>
                <a:sym typeface="Times New Roman"/>
              </a:rPr>
              <a:t> will investigate the source of these vibrations, and confirm whether the axle is the primary issue. After analyzing the current system, our team will construct an accurate model of it and test multiple design changes, presenting our best found set of solutions. (</a:t>
            </a:r>
            <a:r>
              <a:rPr b="1" lang="en-US" sz="2900">
                <a:solidFill>
                  <a:schemeClr val="dk1"/>
                </a:solidFill>
                <a:latin typeface="Times New Roman"/>
                <a:ea typeface="Times New Roman"/>
                <a:cs typeface="Times New Roman"/>
                <a:sym typeface="Times New Roman"/>
              </a:rPr>
              <a:t>fig. 1</a:t>
            </a:r>
            <a:r>
              <a:rPr lang="en-US" sz="2900">
                <a:solidFill>
                  <a:schemeClr val="dk1"/>
                </a:solidFill>
                <a:latin typeface="Times New Roman"/>
                <a:ea typeface="Times New Roman"/>
                <a:cs typeface="Times New Roman"/>
                <a:sym typeface="Times New Roman"/>
              </a:rPr>
              <a:t>)</a:t>
            </a:r>
            <a:endParaRPr sz="2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900">
                <a:solidFill>
                  <a:schemeClr val="dk1"/>
                </a:solidFill>
                <a:latin typeface="Times New Roman"/>
                <a:ea typeface="Times New Roman"/>
                <a:cs typeface="Times New Roman"/>
                <a:sym typeface="Times New Roman"/>
              </a:rPr>
              <a:t>Objectives:</a:t>
            </a:r>
            <a:endParaRPr sz="2900">
              <a:solidFill>
                <a:schemeClr val="dk1"/>
              </a:solidFill>
              <a:latin typeface="Times New Roman"/>
              <a:ea typeface="Times New Roman"/>
              <a:cs typeface="Times New Roman"/>
              <a:sym typeface="Times New Roman"/>
            </a:endParaRPr>
          </a:p>
          <a:p>
            <a:pPr indent="-412750" lvl="0" marL="457200" marR="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Measure current system at a variety of inputs and in free response</a:t>
            </a:r>
            <a:endParaRPr sz="2900">
              <a:solidFill>
                <a:schemeClr val="dk1"/>
              </a:solidFill>
              <a:latin typeface="Times New Roman"/>
              <a:ea typeface="Times New Roman"/>
              <a:cs typeface="Times New Roman"/>
              <a:sym typeface="Times New Roman"/>
            </a:endParaRPr>
          </a:p>
          <a:p>
            <a:pPr indent="-412750" lvl="0" marL="457200" marR="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Determine key parameters of system (friction/damping in bearings/motor)</a:t>
            </a:r>
            <a:endParaRPr sz="2900">
              <a:solidFill>
                <a:schemeClr val="dk1"/>
              </a:solidFill>
              <a:latin typeface="Times New Roman"/>
              <a:ea typeface="Times New Roman"/>
              <a:cs typeface="Times New Roman"/>
              <a:sym typeface="Times New Roman"/>
            </a:endParaRPr>
          </a:p>
          <a:p>
            <a:pPr indent="-412750" lvl="0" marL="457200" marR="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Validate </a:t>
            </a:r>
            <a:r>
              <a:rPr i="1" lang="en-US" sz="2900">
                <a:solidFill>
                  <a:schemeClr val="dk1"/>
                </a:solidFill>
                <a:latin typeface="Times New Roman"/>
                <a:ea typeface="Times New Roman"/>
                <a:cs typeface="Times New Roman"/>
                <a:sym typeface="Times New Roman"/>
              </a:rPr>
              <a:t>Mesa</a:t>
            </a:r>
            <a:r>
              <a:rPr lang="en-US" sz="2900">
                <a:solidFill>
                  <a:schemeClr val="dk1"/>
                </a:solidFill>
                <a:latin typeface="Times New Roman"/>
                <a:ea typeface="Times New Roman"/>
                <a:cs typeface="Times New Roman"/>
                <a:sym typeface="Times New Roman"/>
              </a:rPr>
              <a:t>’s given given parameters (motor constant </a:t>
            </a:r>
            <a:r>
              <a:rPr b="1" i="1" lang="en-US" sz="2900">
                <a:solidFill>
                  <a:schemeClr val="dk1"/>
                </a:solidFill>
                <a:latin typeface="Times New Roman"/>
                <a:ea typeface="Times New Roman"/>
                <a:cs typeface="Times New Roman"/>
                <a:sym typeface="Times New Roman"/>
              </a:rPr>
              <a:t>K</a:t>
            </a:r>
            <a:r>
              <a:rPr b="1" baseline="-25000" i="1" lang="en-US" sz="2900">
                <a:solidFill>
                  <a:schemeClr val="dk1"/>
                </a:solidFill>
                <a:latin typeface="Times New Roman"/>
                <a:ea typeface="Times New Roman"/>
                <a:cs typeface="Times New Roman"/>
                <a:sym typeface="Times New Roman"/>
              </a:rPr>
              <a:t>m</a:t>
            </a:r>
            <a:r>
              <a:rPr lang="en-US" sz="2900">
                <a:solidFill>
                  <a:schemeClr val="dk1"/>
                </a:solidFill>
                <a:latin typeface="Times New Roman"/>
                <a:ea typeface="Times New Roman"/>
                <a:cs typeface="Times New Roman"/>
                <a:sym typeface="Times New Roman"/>
              </a:rPr>
              <a:t> and internal r</a:t>
            </a:r>
            <a:r>
              <a:rPr lang="en-US" sz="2900">
                <a:solidFill>
                  <a:schemeClr val="dk1"/>
                </a:solidFill>
                <a:latin typeface="Times New Roman"/>
                <a:ea typeface="Times New Roman"/>
                <a:cs typeface="Times New Roman"/>
                <a:sym typeface="Times New Roman"/>
              </a:rPr>
              <a:t>esistance </a:t>
            </a:r>
            <a:r>
              <a:rPr b="1" i="1" lang="en-US" sz="2900">
                <a:solidFill>
                  <a:schemeClr val="dk1"/>
                </a:solidFill>
                <a:latin typeface="Times New Roman"/>
                <a:ea typeface="Times New Roman"/>
                <a:cs typeface="Times New Roman"/>
                <a:sym typeface="Times New Roman"/>
              </a:rPr>
              <a:t>R</a:t>
            </a:r>
            <a:r>
              <a:rPr b="1" baseline="-25000" i="1" lang="en-US" sz="2900">
                <a:solidFill>
                  <a:schemeClr val="dk1"/>
                </a:solidFill>
                <a:latin typeface="Times New Roman"/>
                <a:ea typeface="Times New Roman"/>
                <a:cs typeface="Times New Roman"/>
                <a:sym typeface="Times New Roman"/>
              </a:rPr>
              <a:t>m</a:t>
            </a:r>
            <a:r>
              <a:rPr lang="en-US" sz="2900">
                <a:solidFill>
                  <a:schemeClr val="dk1"/>
                </a:solidFill>
                <a:latin typeface="Times New Roman"/>
                <a:ea typeface="Times New Roman"/>
                <a:cs typeface="Times New Roman"/>
                <a:sym typeface="Times New Roman"/>
              </a:rPr>
              <a:t>), calculate inertia of mechanical system (flywheels, shaft)</a:t>
            </a:r>
            <a:endParaRPr sz="2900">
              <a:solidFill>
                <a:schemeClr val="dk1"/>
              </a:solidFill>
              <a:latin typeface="Times New Roman"/>
              <a:ea typeface="Times New Roman"/>
              <a:cs typeface="Times New Roman"/>
              <a:sym typeface="Times New Roman"/>
            </a:endParaRPr>
          </a:p>
          <a:p>
            <a:pPr indent="-412750" lvl="0" marL="457200" marR="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Create a mathematical model of the system and ensure it fits to experimental data. Determine which parameters affect system behavior the most.</a:t>
            </a:r>
            <a:endParaRPr sz="2900">
              <a:solidFill>
                <a:schemeClr val="dk1"/>
              </a:solidFill>
              <a:latin typeface="Times New Roman"/>
              <a:ea typeface="Times New Roman"/>
              <a:cs typeface="Times New Roman"/>
              <a:sym typeface="Times New Roman"/>
            </a:endParaRPr>
          </a:p>
          <a:p>
            <a:pPr indent="-412750" lvl="0" marL="457200" marR="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Find a variety of possible parameter changes to reduce the vibration in the system by at least 30%.</a:t>
            </a:r>
            <a:endParaRPr sz="2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900">
                <a:solidFill>
                  <a:schemeClr val="dk1"/>
                </a:solidFill>
                <a:latin typeface="Times New Roman"/>
                <a:ea typeface="Times New Roman"/>
                <a:cs typeface="Times New Roman"/>
                <a:sym typeface="Times New Roman"/>
              </a:rPr>
              <a:t> </a:t>
            </a:r>
            <a:endParaRPr i="0" sz="2900" u="none" cap="none" strike="noStrike">
              <a:solidFill>
                <a:schemeClr val="dk1"/>
              </a:solidFill>
              <a:latin typeface="Times New Roman"/>
              <a:ea typeface="Times New Roman"/>
              <a:cs typeface="Times New Roman"/>
              <a:sym typeface="Times New Roman"/>
            </a:endParaRPr>
          </a:p>
        </p:txBody>
      </p:sp>
      <p:sp>
        <p:nvSpPr>
          <p:cNvPr id="100" name="Google Shape;100;p1"/>
          <p:cNvSpPr txBox="1"/>
          <p:nvPr/>
        </p:nvSpPr>
        <p:spPr>
          <a:xfrm>
            <a:off x="457225" y="17317314"/>
            <a:ext cx="12073500" cy="2770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900">
                <a:solidFill>
                  <a:schemeClr val="dk1"/>
                </a:solidFill>
                <a:latin typeface="Times New Roman"/>
                <a:ea typeface="Times New Roman"/>
                <a:cs typeface="Times New Roman"/>
                <a:sym typeface="Times New Roman"/>
              </a:rPr>
              <a:t>The experimental setup (</a:t>
            </a:r>
            <a:r>
              <a:rPr b="1" lang="en-US" sz="2900">
                <a:solidFill>
                  <a:schemeClr val="dk1"/>
                </a:solidFill>
                <a:latin typeface="Times New Roman"/>
                <a:ea typeface="Times New Roman"/>
                <a:cs typeface="Times New Roman"/>
                <a:sym typeface="Times New Roman"/>
              </a:rPr>
              <a:t>Fig. 2</a:t>
            </a:r>
            <a:r>
              <a:rPr lang="en-US" sz="2900">
                <a:solidFill>
                  <a:schemeClr val="dk1"/>
                </a:solidFill>
                <a:latin typeface="Times New Roman"/>
                <a:ea typeface="Times New Roman"/>
                <a:cs typeface="Times New Roman"/>
                <a:sym typeface="Times New Roman"/>
              </a:rPr>
              <a:t>) features mainly a DC motor driving a flywheel which then twists the flexible shaft against a second flywheel. Recorded in LabView at 2kHz:</a:t>
            </a:r>
            <a:endParaRPr sz="2900">
              <a:solidFill>
                <a:schemeClr val="dk1"/>
              </a:solidFill>
              <a:latin typeface="Times New Roman"/>
              <a:ea typeface="Times New Roman"/>
              <a:cs typeface="Times New Roman"/>
              <a:sym typeface="Times New Roman"/>
            </a:endParaRPr>
          </a:p>
          <a:p>
            <a:pPr indent="-412750" lvl="0" marL="45720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Input voltage </a:t>
            </a:r>
            <a:r>
              <a:rPr b="1" i="1" lang="en-US" sz="2900">
                <a:solidFill>
                  <a:schemeClr val="dk1"/>
                </a:solidFill>
                <a:latin typeface="Times New Roman"/>
                <a:ea typeface="Times New Roman"/>
                <a:cs typeface="Times New Roman"/>
                <a:sym typeface="Times New Roman"/>
              </a:rPr>
              <a:t>V</a:t>
            </a:r>
            <a:r>
              <a:rPr b="1" baseline="-25000" i="1" lang="en-US" sz="2900">
                <a:solidFill>
                  <a:schemeClr val="dk1"/>
                </a:solidFill>
                <a:latin typeface="Times New Roman"/>
                <a:ea typeface="Times New Roman"/>
                <a:cs typeface="Times New Roman"/>
                <a:sym typeface="Times New Roman"/>
              </a:rPr>
              <a:t>in</a:t>
            </a:r>
            <a:r>
              <a:rPr lang="en-US" sz="2900">
                <a:solidFill>
                  <a:schemeClr val="dk1"/>
                </a:solidFill>
                <a:latin typeface="Times New Roman"/>
                <a:ea typeface="Times New Roman"/>
                <a:cs typeface="Times New Roman"/>
                <a:sym typeface="Times New Roman"/>
              </a:rPr>
              <a:t> (and assoc. frequency, RMS)</a:t>
            </a:r>
            <a:endParaRPr sz="2900">
              <a:solidFill>
                <a:schemeClr val="dk1"/>
              </a:solidFill>
              <a:latin typeface="Times New Roman"/>
              <a:ea typeface="Times New Roman"/>
              <a:cs typeface="Times New Roman"/>
              <a:sym typeface="Times New Roman"/>
            </a:endParaRPr>
          </a:p>
          <a:p>
            <a:pPr indent="-412750" lvl="0" marL="45720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Current </a:t>
            </a:r>
            <a:r>
              <a:rPr b="1" i="1" lang="en-US" sz="2900">
                <a:solidFill>
                  <a:schemeClr val="dk1"/>
                </a:solidFill>
                <a:latin typeface="Times New Roman"/>
                <a:ea typeface="Times New Roman"/>
                <a:cs typeface="Times New Roman"/>
                <a:sym typeface="Times New Roman"/>
              </a:rPr>
              <a:t>i</a:t>
            </a:r>
            <a:r>
              <a:rPr b="1" baseline="-25000" i="1" lang="en-US" sz="2900">
                <a:solidFill>
                  <a:schemeClr val="dk1"/>
                </a:solidFill>
                <a:latin typeface="Times New Roman"/>
                <a:ea typeface="Times New Roman"/>
                <a:cs typeface="Times New Roman"/>
                <a:sym typeface="Times New Roman"/>
              </a:rPr>
              <a:t>m</a:t>
            </a:r>
            <a:r>
              <a:rPr lang="en-US" sz="2900">
                <a:solidFill>
                  <a:schemeClr val="dk1"/>
                </a:solidFill>
                <a:latin typeface="Times New Roman"/>
                <a:ea typeface="Times New Roman"/>
                <a:cs typeface="Times New Roman"/>
                <a:sym typeface="Times New Roman"/>
              </a:rPr>
              <a:t> (and assoc. frequency, RMS)</a:t>
            </a:r>
            <a:endParaRPr sz="2900">
              <a:solidFill>
                <a:schemeClr val="dk1"/>
              </a:solidFill>
              <a:latin typeface="Times New Roman"/>
              <a:ea typeface="Times New Roman"/>
              <a:cs typeface="Times New Roman"/>
              <a:sym typeface="Times New Roman"/>
            </a:endParaRPr>
          </a:p>
          <a:p>
            <a:pPr indent="-412750" lvl="0" marL="457200" rtl="0" algn="l">
              <a:spcBef>
                <a:spcPts val="0"/>
              </a:spcBef>
              <a:spcAft>
                <a:spcPts val="0"/>
              </a:spcAft>
              <a:buClr>
                <a:schemeClr val="dk1"/>
              </a:buClr>
              <a:buSzPts val="2900"/>
              <a:buFont typeface="Times New Roman"/>
              <a:buChar char="-"/>
            </a:pPr>
            <a:r>
              <a:rPr lang="en-US" sz="2900">
                <a:solidFill>
                  <a:schemeClr val="dk1"/>
                </a:solidFill>
                <a:latin typeface="Times New Roman"/>
                <a:ea typeface="Times New Roman"/>
                <a:cs typeface="Times New Roman"/>
                <a:sym typeface="Times New Roman"/>
              </a:rPr>
              <a:t>Angular speed of both flywheels </a:t>
            </a:r>
            <a:r>
              <a:rPr b="1" i="1" lang="en-US" sz="2900">
                <a:solidFill>
                  <a:schemeClr val="dk1"/>
                </a:solidFill>
                <a:latin typeface="Times New Roman"/>
                <a:ea typeface="Times New Roman"/>
                <a:cs typeface="Times New Roman"/>
                <a:sym typeface="Times New Roman"/>
              </a:rPr>
              <a:t>θ̇</a:t>
            </a:r>
            <a:r>
              <a:rPr b="1" baseline="-25000" i="1" lang="en-US" sz="2900">
                <a:solidFill>
                  <a:schemeClr val="dk1"/>
                </a:solidFill>
                <a:latin typeface="Times New Roman"/>
                <a:ea typeface="Times New Roman"/>
                <a:cs typeface="Times New Roman"/>
                <a:sym typeface="Times New Roman"/>
              </a:rPr>
              <a:t>1</a:t>
            </a:r>
            <a:r>
              <a:rPr b="1" i="1" lang="en-US" sz="2900">
                <a:solidFill>
                  <a:schemeClr val="dk1"/>
                </a:solidFill>
                <a:latin typeface="Times New Roman"/>
                <a:ea typeface="Times New Roman"/>
                <a:cs typeface="Times New Roman"/>
                <a:sym typeface="Times New Roman"/>
              </a:rPr>
              <a:t> </a:t>
            </a:r>
            <a:r>
              <a:rPr lang="en-US" sz="2900">
                <a:solidFill>
                  <a:schemeClr val="dk1"/>
                </a:solidFill>
                <a:latin typeface="Times New Roman"/>
                <a:ea typeface="Times New Roman"/>
                <a:cs typeface="Times New Roman"/>
                <a:sym typeface="Times New Roman"/>
              </a:rPr>
              <a:t>and </a:t>
            </a:r>
            <a:r>
              <a:rPr b="1" i="1" lang="en-US" sz="2900">
                <a:solidFill>
                  <a:schemeClr val="dk1"/>
                </a:solidFill>
                <a:latin typeface="Times New Roman"/>
                <a:ea typeface="Times New Roman"/>
                <a:cs typeface="Times New Roman"/>
                <a:sym typeface="Times New Roman"/>
              </a:rPr>
              <a:t>θ̇</a:t>
            </a:r>
            <a:r>
              <a:rPr b="1" baseline="-25000" i="1" lang="en-US" sz="2900">
                <a:solidFill>
                  <a:schemeClr val="dk1"/>
                </a:solidFill>
                <a:latin typeface="Times New Roman"/>
                <a:ea typeface="Times New Roman"/>
                <a:cs typeface="Times New Roman"/>
                <a:sym typeface="Times New Roman"/>
              </a:rPr>
              <a:t>2</a:t>
            </a:r>
            <a:endParaRPr b="0" i="0" sz="2900" u="none" cap="none" strike="noStrike">
              <a:solidFill>
                <a:schemeClr val="dk1"/>
              </a:solidFill>
              <a:latin typeface="Times New Roman"/>
              <a:ea typeface="Times New Roman"/>
              <a:cs typeface="Times New Roman"/>
              <a:sym typeface="Times New Roman"/>
            </a:endParaRPr>
          </a:p>
        </p:txBody>
      </p:sp>
      <p:sp>
        <p:nvSpPr>
          <p:cNvPr id="101" name="Google Shape;101;p1"/>
          <p:cNvSpPr txBox="1"/>
          <p:nvPr/>
        </p:nvSpPr>
        <p:spPr>
          <a:xfrm>
            <a:off x="26183475" y="3732305"/>
            <a:ext cx="9997500" cy="321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900">
                <a:solidFill>
                  <a:schemeClr val="dk1"/>
                </a:solidFill>
                <a:latin typeface="Times New Roman"/>
                <a:ea typeface="Times New Roman"/>
                <a:cs typeface="Times New Roman"/>
                <a:sym typeface="Times New Roman"/>
              </a:rPr>
              <a:t>In order to develop a math model of the system, our team was able to simplify complex behavior (?)</a:t>
            </a:r>
            <a:endParaRPr sz="2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900">
                <a:solidFill>
                  <a:schemeClr val="dk1"/>
                </a:solidFill>
                <a:latin typeface="Times New Roman"/>
                <a:ea typeface="Times New Roman"/>
                <a:cs typeface="Times New Roman"/>
                <a:sym typeface="Times New Roman"/>
              </a:rPr>
              <a:t>Viscous vs </a:t>
            </a:r>
            <a:r>
              <a:rPr lang="en-US" sz="2900">
                <a:solidFill>
                  <a:schemeClr val="dk1"/>
                </a:solidFill>
                <a:latin typeface="Times New Roman"/>
                <a:ea typeface="Times New Roman"/>
                <a:cs typeface="Times New Roman"/>
                <a:sym typeface="Times New Roman"/>
              </a:rPr>
              <a:t>coloumbic damping; eraser jam is rigid; negligible inductance; rigid couplings; shaft inertia is ignored; steady state reached in tests; </a:t>
            </a:r>
            <a:endParaRPr sz="2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900">
                <a:solidFill>
                  <a:schemeClr val="dk1"/>
                </a:solidFill>
                <a:latin typeface="Times New Roman"/>
                <a:ea typeface="Times New Roman"/>
                <a:cs typeface="Times New Roman"/>
                <a:sym typeface="Times New Roman"/>
              </a:rPr>
              <a:t>mention error as well?</a:t>
            </a:r>
            <a:endParaRPr sz="2900">
              <a:solidFill>
                <a:schemeClr val="dk1"/>
              </a:solidFill>
              <a:latin typeface="Times New Roman"/>
              <a:ea typeface="Times New Roman"/>
              <a:cs typeface="Times New Roman"/>
              <a:sym typeface="Times New Roman"/>
            </a:endParaRPr>
          </a:p>
        </p:txBody>
      </p:sp>
      <p:pic>
        <p:nvPicPr>
          <p:cNvPr id="102" name="Google Shape;102;p1" title="Full System Labeled Diagram.png"/>
          <p:cNvPicPr preferRelativeResize="0"/>
          <p:nvPr/>
        </p:nvPicPr>
        <p:blipFill rotWithShape="1">
          <a:blip r:embed="rId4">
            <a:alphaModFix/>
          </a:blip>
          <a:srcRect b="0" l="0" r="1000" t="0"/>
          <a:stretch/>
        </p:blipFill>
        <p:spPr>
          <a:xfrm>
            <a:off x="466500" y="20151805"/>
            <a:ext cx="11973599" cy="8252621"/>
          </a:xfrm>
          <a:prstGeom prst="rect">
            <a:avLst/>
          </a:prstGeom>
          <a:noFill/>
          <a:ln cap="flat" cmpd="sng" w="9525">
            <a:solidFill>
              <a:schemeClr val="dk2"/>
            </a:solidFill>
            <a:prstDash val="solid"/>
            <a:round/>
            <a:headEnd len="sm" w="sm" type="none"/>
            <a:tailEnd len="sm" w="sm" type="none"/>
          </a:ln>
        </p:spPr>
      </p:pic>
      <p:sp>
        <p:nvSpPr>
          <p:cNvPr id="103" name="Google Shape;103;p1"/>
          <p:cNvSpPr txBox="1"/>
          <p:nvPr/>
        </p:nvSpPr>
        <p:spPr>
          <a:xfrm>
            <a:off x="457200" y="3732316"/>
            <a:ext cx="11973600" cy="232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900">
                <a:solidFill>
                  <a:schemeClr val="dk1"/>
                </a:solidFill>
                <a:latin typeface="Times New Roman"/>
                <a:ea typeface="Times New Roman"/>
                <a:cs typeface="Times New Roman"/>
                <a:sym typeface="Times New Roman"/>
              </a:rPr>
              <a:t>Mesa Hybrid </a:t>
            </a:r>
            <a:r>
              <a:rPr i="1" lang="en-US" sz="2900">
                <a:solidFill>
                  <a:schemeClr val="dk1"/>
                </a:solidFill>
                <a:latin typeface="Times New Roman"/>
                <a:ea typeface="Times New Roman"/>
                <a:cs typeface="Times New Roman"/>
                <a:sym typeface="Times New Roman"/>
              </a:rPr>
              <a:t>Vehicles</a:t>
            </a:r>
            <a:r>
              <a:rPr i="1" lang="en-US" sz="2900">
                <a:solidFill>
                  <a:schemeClr val="dk1"/>
                </a:solidFill>
                <a:latin typeface="Times New Roman"/>
                <a:ea typeface="Times New Roman"/>
                <a:cs typeface="Times New Roman"/>
                <a:sym typeface="Times New Roman"/>
              </a:rPr>
              <a:t> Inc.</a:t>
            </a:r>
            <a:r>
              <a:rPr lang="en-US" sz="2900">
                <a:solidFill>
                  <a:schemeClr val="dk1"/>
                </a:solidFill>
                <a:latin typeface="Times New Roman"/>
                <a:ea typeface="Times New Roman"/>
                <a:cs typeface="Times New Roman"/>
                <a:sym typeface="Times New Roman"/>
              </a:rPr>
              <a:t> has been recording significant vibrations in its </a:t>
            </a:r>
            <a:r>
              <a:rPr lang="en-US" sz="2900">
                <a:solidFill>
                  <a:schemeClr val="dk1"/>
                </a:solidFill>
                <a:latin typeface="Times New Roman"/>
                <a:ea typeface="Times New Roman"/>
                <a:cs typeface="Times New Roman"/>
                <a:sym typeface="Times New Roman"/>
              </a:rPr>
              <a:t>new</a:t>
            </a:r>
            <a:r>
              <a:rPr lang="en-US" sz="2900">
                <a:solidFill>
                  <a:schemeClr val="dk1"/>
                </a:solidFill>
                <a:latin typeface="Times New Roman"/>
                <a:ea typeface="Times New Roman"/>
                <a:cs typeface="Times New Roman"/>
                <a:sym typeface="Times New Roman"/>
              </a:rPr>
              <a:t> prototype hybrid-electric model drivetrain, which is believed to be caused by high flexibility in the axle. This undesirable vibration primarily occurs when the system’s motor is turned on or off, and </a:t>
            </a:r>
            <a:r>
              <a:rPr i="1" lang="en-US" sz="2900">
                <a:solidFill>
                  <a:schemeClr val="dk1"/>
                </a:solidFill>
                <a:latin typeface="Times New Roman"/>
                <a:ea typeface="Times New Roman"/>
                <a:cs typeface="Times New Roman"/>
                <a:sym typeface="Times New Roman"/>
              </a:rPr>
              <a:t>Mesa</a:t>
            </a:r>
            <a:r>
              <a:rPr lang="en-US" sz="2900">
                <a:solidFill>
                  <a:schemeClr val="dk1"/>
                </a:solidFill>
                <a:latin typeface="Times New Roman"/>
                <a:ea typeface="Times New Roman"/>
                <a:cs typeface="Times New Roman"/>
                <a:sym typeface="Times New Roman"/>
              </a:rPr>
              <a:t> seeks to reduce this vibration by at least 30%.</a:t>
            </a:r>
            <a:endParaRPr sz="2900">
              <a:solidFill>
                <a:schemeClr val="dk1"/>
              </a:solidFill>
              <a:latin typeface="Times New Roman"/>
              <a:ea typeface="Times New Roman"/>
              <a:cs typeface="Times New Roman"/>
              <a:sym typeface="Times New Roman"/>
            </a:endParaRPr>
          </a:p>
        </p:txBody>
      </p:sp>
      <p:pic>
        <p:nvPicPr>
          <p:cNvPr id="104" name="Google Shape;104;p1" title="Wolverine System Dynamics - New Logo Team 010-1.png"/>
          <p:cNvPicPr preferRelativeResize="0"/>
          <p:nvPr/>
        </p:nvPicPr>
        <p:blipFill>
          <a:blip r:embed="rId5">
            <a:alphaModFix/>
          </a:blip>
          <a:stretch>
            <a:fillRect/>
          </a:stretch>
        </p:blipFill>
        <p:spPr>
          <a:xfrm>
            <a:off x="30797500" y="280049"/>
            <a:ext cx="5519174" cy="2171875"/>
          </a:xfrm>
          <a:prstGeom prst="rect">
            <a:avLst/>
          </a:prstGeom>
          <a:noFill/>
          <a:ln cap="flat" cmpd="sng" w="9525">
            <a:solidFill>
              <a:srgbClr val="000000"/>
            </a:solidFill>
            <a:prstDash val="solid"/>
            <a:round/>
            <a:headEnd len="sm" w="sm" type="none"/>
            <a:tailEnd len="sm" w="sm" type="none"/>
          </a:ln>
        </p:spPr>
      </p:pic>
      <p:pic>
        <p:nvPicPr>
          <p:cNvPr id="105" name="Google Shape;105;p1"/>
          <p:cNvPicPr preferRelativeResize="0"/>
          <p:nvPr/>
        </p:nvPicPr>
        <p:blipFill>
          <a:blip r:embed="rId6">
            <a:alphaModFix/>
          </a:blip>
          <a:stretch>
            <a:fillRect/>
          </a:stretch>
        </p:blipFill>
        <p:spPr>
          <a:xfrm>
            <a:off x="2175725" y="13492480"/>
            <a:ext cx="8324850" cy="2409825"/>
          </a:xfrm>
          <a:prstGeom prst="rect">
            <a:avLst/>
          </a:prstGeom>
          <a:noFill/>
          <a:ln>
            <a:noFill/>
          </a:ln>
        </p:spPr>
      </p:pic>
      <p:sp>
        <p:nvSpPr>
          <p:cNvPr id="106" name="Google Shape;106;p1"/>
          <p:cNvSpPr/>
          <p:nvPr/>
        </p:nvSpPr>
        <p:spPr>
          <a:xfrm>
            <a:off x="13175286" y="3016243"/>
            <a:ext cx="12263700" cy="716100"/>
          </a:xfrm>
          <a:prstGeom prst="rect">
            <a:avLst/>
          </a:prstGeom>
          <a:solidFill>
            <a:srgbClr val="002E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900">
                <a:solidFill>
                  <a:schemeClr val="lt1"/>
                </a:solidFill>
                <a:latin typeface="Rajdhani SemiBold"/>
                <a:ea typeface="Rajdhani SemiBold"/>
                <a:cs typeface="Rajdhani SemiBold"/>
                <a:sym typeface="Rajdhani SemiBold"/>
              </a:rPr>
              <a:t>FINDING KEY PARAM</a:t>
            </a:r>
            <a:r>
              <a:rPr lang="en-US" sz="4900">
                <a:solidFill>
                  <a:schemeClr val="lt1"/>
                </a:solidFill>
                <a:latin typeface="Rajdhani SemiBold"/>
                <a:ea typeface="Rajdhani SemiBold"/>
                <a:cs typeface="Rajdhani SemiBold"/>
                <a:sym typeface="Rajdhani SemiBold"/>
                <a:extLst>
                  <a:ext uri="http://customooxmlschemas.google.com/">
                    <go:slidesCustomData xmlns:go="http://customooxmlschemas.google.com/" textRoundtripDataId="2"/>
                  </a:ext>
                </a:extLst>
              </a:rPr>
              <a:t>ETER</a:t>
            </a:r>
            <a:r>
              <a:rPr lang="en-US" sz="4900">
                <a:solidFill>
                  <a:schemeClr val="lt1"/>
                </a:solidFill>
                <a:latin typeface="Rajdhani SemiBold"/>
                <a:ea typeface="Rajdhani SemiBold"/>
                <a:cs typeface="Rajdhani SemiBold"/>
                <a:sym typeface="Rajdhani SemiBold"/>
              </a:rPr>
              <a:t>S</a:t>
            </a:r>
            <a:endParaRPr sz="1300">
              <a:latin typeface="Rajdhani SemiBold"/>
              <a:ea typeface="Rajdhani SemiBold"/>
              <a:cs typeface="Rajdhani SemiBold"/>
              <a:sym typeface="Rajdhani SemiBold"/>
            </a:endParaRPr>
          </a:p>
        </p:txBody>
      </p:sp>
      <p:sp>
        <p:nvSpPr>
          <p:cNvPr id="107" name="Google Shape;107;p1"/>
          <p:cNvSpPr txBox="1"/>
          <p:nvPr/>
        </p:nvSpPr>
        <p:spPr>
          <a:xfrm>
            <a:off x="13088709" y="3781305"/>
            <a:ext cx="12482700" cy="143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900">
                <a:solidFill>
                  <a:schemeClr val="dk1"/>
                </a:solidFill>
                <a:latin typeface="Times New Roman"/>
                <a:ea typeface="Times New Roman"/>
                <a:cs typeface="Times New Roman"/>
                <a:sym typeface="Times New Roman"/>
              </a:rPr>
              <a:t>To find system friction, damping, or drive motor parameters, our team performed measurements on different configurations of the system, isolating the motor, flywheels, or letting the system spin freely, applying regression and best fit (</a:t>
            </a:r>
            <a:r>
              <a:rPr b="1" lang="en-US" sz="2900">
                <a:solidFill>
                  <a:schemeClr val="dk1"/>
                </a:solidFill>
                <a:latin typeface="Times New Roman"/>
                <a:ea typeface="Times New Roman"/>
                <a:cs typeface="Times New Roman"/>
                <a:sym typeface="Times New Roman"/>
              </a:rPr>
              <a:t>fig 3</a:t>
            </a:r>
            <a:r>
              <a:rPr lang="en-US" sz="2900">
                <a:solidFill>
                  <a:schemeClr val="dk1"/>
                </a:solidFill>
                <a:latin typeface="Times New Roman"/>
                <a:ea typeface="Times New Roman"/>
                <a:cs typeface="Times New Roman"/>
                <a:sym typeface="Times New Roman"/>
              </a:rPr>
              <a:t>).</a:t>
            </a:r>
            <a:endParaRPr sz="2900">
              <a:solidFill>
                <a:schemeClr val="dk1"/>
              </a:solidFill>
              <a:latin typeface="Times New Roman"/>
              <a:ea typeface="Times New Roman"/>
              <a:cs typeface="Times New Roman"/>
              <a:sym typeface="Times New Roman"/>
            </a:endParaRPr>
          </a:p>
        </p:txBody>
      </p:sp>
      <p:pic>
        <p:nvPicPr>
          <p:cNvPr id="108" name="Google Shape;108;p1"/>
          <p:cNvPicPr preferRelativeResize="0"/>
          <p:nvPr/>
        </p:nvPicPr>
        <p:blipFill>
          <a:blip r:embed="rId7">
            <a:alphaModFix/>
          </a:blip>
          <a:stretch>
            <a:fillRect/>
          </a:stretch>
        </p:blipFill>
        <p:spPr>
          <a:xfrm>
            <a:off x="13191624" y="5357089"/>
            <a:ext cx="4788897" cy="2770500"/>
          </a:xfrm>
          <a:prstGeom prst="rect">
            <a:avLst/>
          </a:prstGeom>
          <a:noFill/>
          <a:ln cap="flat" cmpd="sng" w="19050">
            <a:solidFill>
              <a:srgbClr val="000000"/>
            </a:solidFill>
            <a:prstDash val="solid"/>
            <a:miter lim="8000"/>
            <a:headEnd len="sm" w="sm" type="none"/>
            <a:tailEnd len="sm" w="sm" type="none"/>
          </a:ln>
        </p:spPr>
      </p:pic>
      <p:pic>
        <p:nvPicPr>
          <p:cNvPr id="109" name="Google Shape;109;p1"/>
          <p:cNvPicPr preferRelativeResize="0"/>
          <p:nvPr/>
        </p:nvPicPr>
        <p:blipFill>
          <a:blip r:embed="rId8">
            <a:alphaModFix/>
          </a:blip>
          <a:stretch>
            <a:fillRect/>
          </a:stretch>
        </p:blipFill>
        <p:spPr>
          <a:xfrm>
            <a:off x="15645086" y="5700008"/>
            <a:ext cx="4788900" cy="2732129"/>
          </a:xfrm>
          <a:prstGeom prst="rect">
            <a:avLst/>
          </a:prstGeom>
          <a:noFill/>
          <a:ln cap="flat" cmpd="sng" w="19050">
            <a:solidFill>
              <a:srgbClr val="000000"/>
            </a:solidFill>
            <a:prstDash val="solid"/>
            <a:round/>
            <a:headEnd len="sm" w="sm" type="none"/>
            <a:tailEnd len="sm" w="sm" type="none"/>
          </a:ln>
        </p:spPr>
      </p:pic>
      <p:pic>
        <p:nvPicPr>
          <p:cNvPr id="110" name="Google Shape;110;p1"/>
          <p:cNvPicPr preferRelativeResize="0"/>
          <p:nvPr/>
        </p:nvPicPr>
        <p:blipFill>
          <a:blip r:embed="rId9">
            <a:alphaModFix/>
          </a:blip>
          <a:stretch>
            <a:fillRect/>
          </a:stretch>
        </p:blipFill>
        <p:spPr>
          <a:xfrm>
            <a:off x="18347886" y="6004640"/>
            <a:ext cx="4722586" cy="2732125"/>
          </a:xfrm>
          <a:prstGeom prst="rect">
            <a:avLst/>
          </a:prstGeom>
          <a:noFill/>
          <a:ln cap="flat" cmpd="sng" w="19050">
            <a:solidFill>
              <a:srgbClr val="000000"/>
            </a:solidFill>
            <a:prstDash val="solid"/>
            <a:round/>
            <a:headEnd len="sm" w="sm" type="none"/>
            <a:tailEnd len="sm" w="sm" type="none"/>
          </a:ln>
        </p:spPr>
      </p:pic>
      <p:sp>
        <p:nvSpPr>
          <p:cNvPr id="111" name="Google Shape;111;p1"/>
          <p:cNvSpPr txBox="1"/>
          <p:nvPr/>
        </p:nvSpPr>
        <p:spPr>
          <a:xfrm>
            <a:off x="13095683" y="9082768"/>
            <a:ext cx="120735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a:solidFill>
                  <a:schemeClr val="dk1"/>
                </a:solidFill>
                <a:latin typeface="Times New Roman"/>
                <a:ea typeface="Times New Roman"/>
                <a:cs typeface="Times New Roman"/>
                <a:sym typeface="Times New Roman"/>
              </a:rPr>
              <a:t>Figure 3 – Analysis for finding key parameters </a:t>
            </a:r>
            <a:r>
              <a:rPr i="1" lang="en-US" sz="2100">
                <a:solidFill>
                  <a:schemeClr val="dk1"/>
                </a:solidFill>
                <a:latin typeface="Times New Roman"/>
                <a:ea typeface="Times New Roman"/>
                <a:cs typeface="Times New Roman"/>
                <a:sym typeface="Times New Roman"/>
              </a:rPr>
              <a:t>(expanded versions available in handout)</a:t>
            </a:r>
            <a:endParaRPr i="1"/>
          </a:p>
        </p:txBody>
      </p:sp>
      <p:pic>
        <p:nvPicPr>
          <p:cNvPr id="112" name="Google Shape;112;p1"/>
          <p:cNvPicPr preferRelativeResize="0"/>
          <p:nvPr/>
        </p:nvPicPr>
        <p:blipFill>
          <a:blip r:embed="rId10">
            <a:alphaModFix/>
          </a:blip>
          <a:stretch>
            <a:fillRect/>
          </a:stretch>
        </p:blipFill>
        <p:spPr>
          <a:xfrm>
            <a:off x="20738004" y="6320439"/>
            <a:ext cx="4645357" cy="2732125"/>
          </a:xfrm>
          <a:prstGeom prst="rect">
            <a:avLst/>
          </a:prstGeom>
          <a:noFill/>
          <a:ln cap="flat" cmpd="sng" w="19050">
            <a:solidFill>
              <a:srgbClr val="000000"/>
            </a:solidFill>
            <a:prstDash val="solid"/>
            <a:round/>
            <a:headEnd len="sm" w="sm" type="none"/>
            <a:tailEnd len="sm" w="sm" type="none"/>
          </a:ln>
        </p:spPr>
      </p:pic>
      <p:sp>
        <p:nvSpPr>
          <p:cNvPr id="113" name="Google Shape;113;p1"/>
          <p:cNvSpPr txBox="1"/>
          <p:nvPr/>
        </p:nvSpPr>
        <p:spPr>
          <a:xfrm>
            <a:off x="26153025" y="10989901"/>
            <a:ext cx="5260500" cy="21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900">
                <a:solidFill>
                  <a:schemeClr val="dk1"/>
                </a:solidFill>
                <a:latin typeface="Times New Roman"/>
                <a:ea typeface="Times New Roman"/>
                <a:cs typeface="Times New Roman"/>
                <a:sym typeface="Times New Roman"/>
              </a:rPr>
              <a:t>1. Increase motor resistance by			 113.2%</a:t>
            </a:r>
            <a:endParaRPr sz="2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900">
                <a:solidFill>
                  <a:schemeClr val="dk1"/>
                </a:solidFill>
                <a:latin typeface="Times New Roman"/>
                <a:ea typeface="Times New Roman"/>
                <a:cs typeface="Times New Roman"/>
                <a:sym typeface="Times New Roman"/>
              </a:rPr>
              <a:t>3. Decrease flywheel density by 	67.5%</a:t>
            </a:r>
            <a:endParaRPr sz="2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900">
              <a:solidFill>
                <a:schemeClr val="dk1"/>
              </a:solidFill>
              <a:latin typeface="Times New Roman"/>
              <a:ea typeface="Times New Roman"/>
              <a:cs typeface="Times New Roman"/>
              <a:sym typeface="Times New Roman"/>
            </a:endParaRPr>
          </a:p>
        </p:txBody>
      </p:sp>
      <p:pic>
        <p:nvPicPr>
          <p:cNvPr id="114" name="Google Shape;114;p1"/>
          <p:cNvPicPr preferRelativeResize="0"/>
          <p:nvPr/>
        </p:nvPicPr>
        <p:blipFill rotWithShape="1">
          <a:blip r:embed="rId11">
            <a:alphaModFix/>
          </a:blip>
          <a:srcRect b="117890" l="3730" r="-3730" t="-117890"/>
          <a:stretch/>
        </p:blipFill>
        <p:spPr>
          <a:xfrm>
            <a:off x="13000575" y="17384450"/>
            <a:ext cx="12263701" cy="6593388"/>
          </a:xfrm>
          <a:prstGeom prst="rect">
            <a:avLst/>
          </a:prstGeom>
          <a:noFill/>
          <a:ln>
            <a:noFill/>
          </a:ln>
        </p:spPr>
      </p:pic>
      <p:sp>
        <p:nvSpPr>
          <p:cNvPr id="115" name="Google Shape;115;p1"/>
          <p:cNvSpPr txBox="1"/>
          <p:nvPr/>
        </p:nvSpPr>
        <p:spPr>
          <a:xfrm>
            <a:off x="31413525" y="10989888"/>
            <a:ext cx="4983900" cy="18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900">
                <a:solidFill>
                  <a:schemeClr val="dk1"/>
                </a:solidFill>
                <a:latin typeface="Times New Roman"/>
                <a:ea typeface="Times New Roman"/>
                <a:cs typeface="Times New Roman"/>
                <a:sym typeface="Times New Roman"/>
              </a:rPr>
              <a:t>2. Increase shaft diameter by		 31.5%</a:t>
            </a:r>
            <a:endParaRPr sz="2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900">
                <a:solidFill>
                  <a:schemeClr val="dk1"/>
                </a:solidFill>
                <a:latin typeface="Times New Roman"/>
                <a:ea typeface="Times New Roman"/>
                <a:cs typeface="Times New Roman"/>
                <a:sym typeface="Times New Roman"/>
              </a:rPr>
              <a:t>4. Decrease flywheel diameter by 24.4%</a:t>
            </a:r>
            <a:endParaRPr sz="2900">
              <a:solidFill>
                <a:schemeClr val="dk1"/>
              </a:solidFill>
              <a:latin typeface="Times New Roman"/>
              <a:ea typeface="Times New Roman"/>
              <a:cs typeface="Times New Roman"/>
              <a:sym typeface="Times New Roman"/>
            </a:endParaRPr>
          </a:p>
        </p:txBody>
      </p:sp>
      <p:pic>
        <p:nvPicPr>
          <p:cNvPr id="116" name="Google Shape;116;p1"/>
          <p:cNvPicPr preferRelativeResize="0"/>
          <p:nvPr/>
        </p:nvPicPr>
        <p:blipFill>
          <a:blip r:embed="rId12">
            <a:alphaModFix/>
          </a:blip>
          <a:stretch>
            <a:fillRect/>
          </a:stretch>
        </p:blipFill>
        <p:spPr>
          <a:xfrm>
            <a:off x="12974100" y="13414696"/>
            <a:ext cx="12263701" cy="6707446"/>
          </a:xfrm>
          <a:prstGeom prst="rect">
            <a:avLst/>
          </a:prstGeom>
          <a:noFill/>
          <a:ln>
            <a:noFill/>
          </a:ln>
        </p:spPr>
      </p:pic>
      <p:sp>
        <p:nvSpPr>
          <p:cNvPr id="117" name="Google Shape;117;p1"/>
          <p:cNvSpPr txBox="1"/>
          <p:nvPr/>
        </p:nvSpPr>
        <p:spPr>
          <a:xfrm>
            <a:off x="13069200" y="20251250"/>
            <a:ext cx="122637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a:solidFill>
                  <a:schemeClr val="dk1"/>
                </a:solidFill>
                <a:latin typeface="Times New Roman"/>
                <a:ea typeface="Times New Roman"/>
                <a:cs typeface="Times New Roman"/>
                <a:sym typeface="Times New Roman"/>
              </a:rPr>
              <a:t>Figure 4 –  Experimental Data (red) and Developed Model (blue) of System at Various Input Frequencies</a:t>
            </a:r>
            <a:endParaRPr i="1"/>
          </a:p>
        </p:txBody>
      </p:sp>
      <p:pic>
        <p:nvPicPr>
          <p:cNvPr id="118" name="Google Shape;118;p1"/>
          <p:cNvPicPr preferRelativeResize="0"/>
          <p:nvPr/>
        </p:nvPicPr>
        <p:blipFill rotWithShape="1">
          <a:blip r:embed="rId13">
            <a:alphaModFix/>
          </a:blip>
          <a:srcRect b="0" l="0" r="9322" t="0"/>
          <a:stretch/>
        </p:blipFill>
        <p:spPr>
          <a:xfrm>
            <a:off x="25958200" y="13028000"/>
            <a:ext cx="10258449" cy="6593401"/>
          </a:xfrm>
          <a:prstGeom prst="rect">
            <a:avLst/>
          </a:prstGeom>
          <a:noFill/>
          <a:ln cap="flat" cmpd="sng" w="9525">
            <a:solidFill>
              <a:schemeClr val="lt1"/>
            </a:solidFill>
            <a:prstDash val="solid"/>
            <a:round/>
            <a:headEnd len="sm" w="sm" type="none"/>
            <a:tailEnd len="sm" w="sm" type="none"/>
          </a:ln>
        </p:spPr>
      </p:pic>
      <p:sp>
        <p:nvSpPr>
          <p:cNvPr id="119" name="Google Shape;119;p1"/>
          <p:cNvSpPr txBox="1"/>
          <p:nvPr/>
        </p:nvSpPr>
        <p:spPr>
          <a:xfrm>
            <a:off x="26262225" y="9052575"/>
            <a:ext cx="9840000" cy="10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900">
                <a:solidFill>
                  <a:schemeClr val="dk1"/>
                </a:solidFill>
                <a:latin typeface="Times New Roman"/>
                <a:ea typeface="Times New Roman"/>
                <a:cs typeface="Times New Roman"/>
                <a:sym typeface="Times New Roman"/>
              </a:rPr>
              <a:t>Analysis was conducted by altering our model parameters to visualize what effects would lead to a reduction in the systems’ vibrations. This testing led to the following conclusions: </a:t>
            </a:r>
            <a:endParaRPr sz="2900">
              <a:solidFill>
                <a:schemeClr val="dk1"/>
              </a:solidFill>
              <a:latin typeface="Times New Roman"/>
              <a:ea typeface="Times New Roman"/>
              <a:cs typeface="Times New Roman"/>
              <a:sym typeface="Times New Roman"/>
            </a:endParaRPr>
          </a:p>
        </p:txBody>
      </p:sp>
      <p:cxnSp>
        <p:nvCxnSpPr>
          <p:cNvPr id="120" name="Google Shape;120;p1"/>
          <p:cNvCxnSpPr/>
          <p:nvPr/>
        </p:nvCxnSpPr>
        <p:spPr>
          <a:xfrm>
            <a:off x="26935725" y="13492475"/>
            <a:ext cx="5480400" cy="14700"/>
          </a:xfrm>
          <a:prstGeom prst="straightConnector1">
            <a:avLst/>
          </a:prstGeom>
          <a:noFill/>
          <a:ln cap="flat" cmpd="sng" w="28575">
            <a:solidFill>
              <a:schemeClr val="dk2"/>
            </a:solidFill>
            <a:prstDash val="solid"/>
            <a:round/>
            <a:headEnd len="med" w="med" type="triangle"/>
            <a:tailEnd len="med" w="med" type="triangle"/>
          </a:ln>
        </p:spPr>
      </p:cxnSp>
      <p:sp>
        <p:nvSpPr>
          <p:cNvPr id="121" name="Google Shape;121;p1"/>
          <p:cNvSpPr txBox="1"/>
          <p:nvPr/>
        </p:nvSpPr>
        <p:spPr>
          <a:xfrm>
            <a:off x="27482825" y="13428575"/>
            <a:ext cx="4788900" cy="1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initial resonance frequency range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h383100c38e5b4b09_1_0"/>
          <p:cNvSpPr txBox="1"/>
          <p:nvPr>
            <p:ph idx="1" type="body"/>
          </p:nvPr>
        </p:nvSpPr>
        <p:spPr>
          <a:xfrm>
            <a:off x="2514600" y="255907"/>
            <a:ext cx="31546800" cy="1822200"/>
          </a:xfrm>
          <a:prstGeom prst="rect">
            <a:avLst/>
          </a:prstGeom>
        </p:spPr>
        <p:txBody>
          <a:bodyPr anchorCtr="0" anchor="t" bIns="45700" lIns="91425" spcFirstLastPara="1" rIns="91425" wrap="square" tIns="45700">
            <a:normAutofit/>
          </a:bodyPr>
          <a:lstStyle/>
          <a:p>
            <a:pPr indent="0" lvl="0" marL="0" rtl="0" algn="ctr">
              <a:spcBef>
                <a:spcPts val="4000"/>
              </a:spcBef>
              <a:spcAft>
                <a:spcPts val="0"/>
              </a:spcAft>
              <a:buNone/>
            </a:pPr>
            <a:r>
              <a:rPr b="1" lang="en-US">
                <a:latin typeface="Times New Roman"/>
                <a:ea typeface="Times New Roman"/>
                <a:cs typeface="Times New Roman"/>
                <a:sym typeface="Times New Roman"/>
              </a:rPr>
              <a:t>EXTRA GRAPHS:</a:t>
            </a:r>
            <a:endParaRPr b="1">
              <a:latin typeface="Times New Roman"/>
              <a:ea typeface="Times New Roman"/>
              <a:cs typeface="Times New Roman"/>
              <a:sym typeface="Times New Roman"/>
            </a:endParaRPr>
          </a:p>
        </p:txBody>
      </p:sp>
      <p:pic>
        <p:nvPicPr>
          <p:cNvPr id="127" name="Google Shape;127;h383100c38e5b4b09_1_0"/>
          <p:cNvPicPr preferRelativeResize="0"/>
          <p:nvPr/>
        </p:nvPicPr>
        <p:blipFill>
          <a:blip r:embed="rId3">
            <a:alphaModFix/>
          </a:blip>
          <a:stretch>
            <a:fillRect/>
          </a:stretch>
        </p:blipFill>
        <p:spPr>
          <a:xfrm>
            <a:off x="523025" y="2321432"/>
            <a:ext cx="9106716" cy="5875849"/>
          </a:xfrm>
          <a:prstGeom prst="rect">
            <a:avLst/>
          </a:prstGeom>
          <a:noFill/>
          <a:ln>
            <a:noFill/>
          </a:ln>
        </p:spPr>
      </p:pic>
      <p:pic>
        <p:nvPicPr>
          <p:cNvPr id="128" name="Google Shape;128;h383100c38e5b4b09_1_0"/>
          <p:cNvPicPr preferRelativeResize="0"/>
          <p:nvPr/>
        </p:nvPicPr>
        <p:blipFill>
          <a:blip r:embed="rId4">
            <a:alphaModFix/>
          </a:blip>
          <a:stretch>
            <a:fillRect/>
          </a:stretch>
        </p:blipFill>
        <p:spPr>
          <a:xfrm>
            <a:off x="10040819" y="2326105"/>
            <a:ext cx="9106711" cy="5866526"/>
          </a:xfrm>
          <a:prstGeom prst="rect">
            <a:avLst/>
          </a:prstGeom>
          <a:noFill/>
          <a:ln>
            <a:noFill/>
          </a:ln>
        </p:spPr>
      </p:pic>
      <p:pic>
        <p:nvPicPr>
          <p:cNvPr id="129" name="Google Shape;129;h383100c38e5b4b09_1_0"/>
          <p:cNvPicPr preferRelativeResize="0"/>
          <p:nvPr/>
        </p:nvPicPr>
        <p:blipFill>
          <a:blip r:embed="rId5">
            <a:alphaModFix/>
          </a:blip>
          <a:stretch>
            <a:fillRect/>
          </a:stretch>
        </p:blipFill>
        <p:spPr>
          <a:xfrm>
            <a:off x="9804800" y="8678050"/>
            <a:ext cx="8956549" cy="7215274"/>
          </a:xfrm>
          <a:prstGeom prst="rect">
            <a:avLst/>
          </a:prstGeom>
          <a:noFill/>
          <a:ln>
            <a:noFill/>
          </a:ln>
        </p:spPr>
      </p:pic>
      <p:pic>
        <p:nvPicPr>
          <p:cNvPr id="130" name="Google Shape;130;h383100c38e5b4b09_1_0"/>
          <p:cNvPicPr preferRelativeResize="0"/>
          <p:nvPr/>
        </p:nvPicPr>
        <p:blipFill>
          <a:blip r:embed="rId6">
            <a:alphaModFix/>
          </a:blip>
          <a:stretch>
            <a:fillRect/>
          </a:stretch>
        </p:blipFill>
        <p:spPr>
          <a:xfrm>
            <a:off x="523025" y="8681651"/>
            <a:ext cx="8956556" cy="72080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2024-04-22T16:23:52Z</dcterms:created>
  <dc:creator>Mitsuhashi, Koda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0x01010082BDDE2C2CF56A4A8049B3AE63AC7AF0</vt:lpwstr>
  </property>
</Properties>
</file>