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aae6c60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aae6c60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aae6c605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aae6c605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aae6c605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aae6c605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119850"/>
            <a:ext cx="8753400" cy="5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6101100" y="751875"/>
            <a:ext cx="2964000" cy="42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090000" y="751875"/>
            <a:ext cx="2964000" cy="42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78900" y="751875"/>
            <a:ext cx="2964000" cy="42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Draft Due 9/18 in lecture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Bring 4 printed copies of poster + handout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Poster/Presentation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Presenting to “engineers and executives with diverse technical backgrounds”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Adapt delivery to make it easily understandable to both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Use effective redundancy– repeat main points many times in many different ways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Annotate visuals/graphs to highlight important parts/ main point of including it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Don’t leave it open to viewer interpretation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4 most effective solutions– explain </a:t>
            </a:r>
            <a:r>
              <a:rPr b="1" lang="en" sz="1600">
                <a:solidFill>
                  <a:schemeClr val="dk1"/>
                </a:solidFill>
              </a:rPr>
              <a:t>why</a:t>
            </a:r>
            <a:r>
              <a:rPr lang="en" sz="1600">
                <a:solidFill>
                  <a:schemeClr val="dk1"/>
                </a:solidFill>
              </a:rPr>
              <a:t> these are the most effective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Possibly include ranking or discuss </a:t>
            </a:r>
            <a:r>
              <a:rPr lang="en" sz="1600">
                <a:solidFill>
                  <a:schemeClr val="dk1"/>
                </a:solidFill>
              </a:rPr>
              <a:t>trade offs</a:t>
            </a:r>
            <a:r>
              <a:rPr lang="en" sz="1600">
                <a:solidFill>
                  <a:schemeClr val="dk1"/>
                </a:solidFill>
              </a:rPr>
              <a:t> of differents designs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263900"/>
            <a:ext cx="8520600" cy="46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Poster Criteria: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Problem being addressed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Approaches used to address the problem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Key findings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Impact of solution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Titles: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Topic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Method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Result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Client name (optional)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Layout: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Motivation/intro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Methods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Experimental setup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